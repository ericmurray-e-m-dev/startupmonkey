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30264100" cy="42799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365794"/>
        </a:fontRef>
        <a:srgbClr val="36579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0F0F0"/>
          </a:solidFill>
        </a:fill>
      </a:tcStyle>
    </a:wholeTbl>
    <a:band2H>
      <a:tcTxStyle b="def" i="def"/>
      <a:tcStyle>
        <a:tcBdr/>
        <a:fill>
          <a:solidFill>
            <a:srgbClr val="F8F8F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365794"/>
        </a:fontRef>
        <a:srgbClr val="36579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7DE"/>
          </a:solidFill>
        </a:fill>
      </a:tcStyle>
    </a:wholeTbl>
    <a:band2H>
      <a:tcTxStyle b="def" i="def"/>
      <a:tcStyle>
        <a:tcBdr/>
        <a:fill>
          <a:solidFill>
            <a:srgbClr val="E7EC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365794"/>
        </a:fontRef>
        <a:srgbClr val="36579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8DBCA"/>
          </a:solidFill>
        </a:fill>
      </a:tcStyle>
    </a:wholeTbl>
    <a:band2H>
      <a:tcTxStyle b="def" i="def"/>
      <a:tcStyle>
        <a:tcBdr/>
        <a:fill>
          <a:solidFill>
            <a:srgbClr val="F4EE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365794"/>
        </a:fontRef>
        <a:srgbClr val="36579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9EE"/>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365794"/>
        </a:fontRef>
        <a:srgbClr val="365794"/>
      </a:tcTxStyle>
      <a:tcStyle>
        <a:tcBdr>
          <a:left>
            <a:ln w="12700" cap="flat">
              <a:noFill/>
              <a:miter lim="400000"/>
            </a:ln>
          </a:left>
          <a:right>
            <a:ln w="12700" cap="flat">
              <a:noFill/>
              <a:miter lim="400000"/>
            </a:ln>
          </a:right>
          <a:top>
            <a:ln w="50800" cap="flat">
              <a:solidFill>
                <a:srgbClr val="365794"/>
              </a:solidFill>
              <a:prstDash val="solid"/>
              <a:round/>
            </a:ln>
          </a:top>
          <a:bottom>
            <a:ln w="25400" cap="flat">
              <a:solidFill>
                <a:srgbClr val="365794"/>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365794"/>
              </a:solidFill>
              <a:prstDash val="solid"/>
              <a:round/>
            </a:ln>
          </a:top>
          <a:bottom>
            <a:ln w="25400" cap="flat">
              <a:solidFill>
                <a:srgbClr val="365794"/>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365794"/>
        </a:fontRef>
        <a:srgbClr val="36579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0DC"/>
          </a:solidFill>
        </a:fill>
      </a:tcStyle>
    </a:wholeTbl>
    <a:band2H>
      <a:tcTxStyle b="def" i="def"/>
      <a:tcStyle>
        <a:tcBdr/>
        <a:fill>
          <a:solidFill>
            <a:srgbClr val="E7E9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65794"/>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65794"/>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65794"/>
          </a:solidFill>
        </a:fill>
      </a:tcStyle>
    </a:firstRow>
  </a:tblStyle>
  <a:tblStyle styleId="{2708684C-4D16-4618-839F-0558EEFCDFE6}" styleName="">
    <a:tblBg/>
    <a:wholeTbl>
      <a:tcTxStyle b="off" i="off">
        <a:fontRef idx="major">
          <a:srgbClr val="365794"/>
        </a:fontRef>
        <a:srgbClr val="365794"/>
      </a:tcTxStyle>
      <a:tcStyle>
        <a:tcBdr>
          <a:left>
            <a:ln w="12700" cap="flat">
              <a:solidFill>
                <a:srgbClr val="365794"/>
              </a:solidFill>
              <a:prstDash val="solid"/>
              <a:round/>
            </a:ln>
          </a:left>
          <a:right>
            <a:ln w="12700" cap="flat">
              <a:solidFill>
                <a:srgbClr val="365794"/>
              </a:solidFill>
              <a:prstDash val="solid"/>
              <a:round/>
            </a:ln>
          </a:right>
          <a:top>
            <a:ln w="12700" cap="flat">
              <a:solidFill>
                <a:srgbClr val="365794"/>
              </a:solidFill>
              <a:prstDash val="solid"/>
              <a:round/>
            </a:ln>
          </a:top>
          <a:bottom>
            <a:ln w="12700" cap="flat">
              <a:solidFill>
                <a:srgbClr val="365794"/>
              </a:solidFill>
              <a:prstDash val="solid"/>
              <a:round/>
            </a:ln>
          </a:bottom>
          <a:insideH>
            <a:ln w="12700" cap="flat">
              <a:solidFill>
                <a:srgbClr val="365794"/>
              </a:solidFill>
              <a:prstDash val="solid"/>
              <a:round/>
            </a:ln>
          </a:insideH>
          <a:insideV>
            <a:ln w="12700" cap="flat">
              <a:solidFill>
                <a:srgbClr val="365794"/>
              </a:solidFill>
              <a:prstDash val="solid"/>
              <a:round/>
            </a:ln>
          </a:insideV>
        </a:tcBdr>
        <a:fill>
          <a:solidFill>
            <a:srgbClr val="365794">
              <a:alpha val="20000"/>
            </a:srgbClr>
          </a:solidFill>
        </a:fill>
      </a:tcStyle>
    </a:wholeTbl>
    <a:band2H>
      <a:tcTxStyle b="def" i="def"/>
      <a:tcStyle>
        <a:tcBdr/>
        <a:fill>
          <a:solidFill>
            <a:srgbClr val="FFFFFF"/>
          </a:solidFill>
        </a:fill>
      </a:tcStyle>
    </a:band2H>
    <a:firstCol>
      <a:tcTxStyle b="on" i="off">
        <a:fontRef idx="major">
          <a:srgbClr val="365794"/>
        </a:fontRef>
        <a:srgbClr val="365794"/>
      </a:tcTxStyle>
      <a:tcStyle>
        <a:tcBdr>
          <a:left>
            <a:ln w="12700" cap="flat">
              <a:solidFill>
                <a:srgbClr val="365794"/>
              </a:solidFill>
              <a:prstDash val="solid"/>
              <a:round/>
            </a:ln>
          </a:left>
          <a:right>
            <a:ln w="12700" cap="flat">
              <a:solidFill>
                <a:srgbClr val="365794"/>
              </a:solidFill>
              <a:prstDash val="solid"/>
              <a:round/>
            </a:ln>
          </a:right>
          <a:top>
            <a:ln w="12700" cap="flat">
              <a:solidFill>
                <a:srgbClr val="365794"/>
              </a:solidFill>
              <a:prstDash val="solid"/>
              <a:round/>
            </a:ln>
          </a:top>
          <a:bottom>
            <a:ln w="12700" cap="flat">
              <a:solidFill>
                <a:srgbClr val="365794"/>
              </a:solidFill>
              <a:prstDash val="solid"/>
              <a:round/>
            </a:ln>
          </a:bottom>
          <a:insideH>
            <a:ln w="12700" cap="flat">
              <a:solidFill>
                <a:srgbClr val="365794"/>
              </a:solidFill>
              <a:prstDash val="solid"/>
              <a:round/>
            </a:ln>
          </a:insideH>
          <a:insideV>
            <a:ln w="12700" cap="flat">
              <a:solidFill>
                <a:srgbClr val="365794"/>
              </a:solidFill>
              <a:prstDash val="solid"/>
              <a:round/>
            </a:ln>
          </a:insideV>
        </a:tcBdr>
        <a:fill>
          <a:solidFill>
            <a:srgbClr val="365794">
              <a:alpha val="20000"/>
            </a:srgbClr>
          </a:solidFill>
        </a:fill>
      </a:tcStyle>
    </a:firstCol>
    <a:lastRow>
      <a:tcTxStyle b="on" i="off">
        <a:fontRef idx="major">
          <a:srgbClr val="365794"/>
        </a:fontRef>
        <a:srgbClr val="365794"/>
      </a:tcTxStyle>
      <a:tcStyle>
        <a:tcBdr>
          <a:left>
            <a:ln w="12700" cap="flat">
              <a:solidFill>
                <a:srgbClr val="365794"/>
              </a:solidFill>
              <a:prstDash val="solid"/>
              <a:round/>
            </a:ln>
          </a:left>
          <a:right>
            <a:ln w="12700" cap="flat">
              <a:solidFill>
                <a:srgbClr val="365794"/>
              </a:solidFill>
              <a:prstDash val="solid"/>
              <a:round/>
            </a:ln>
          </a:right>
          <a:top>
            <a:ln w="50800" cap="flat">
              <a:solidFill>
                <a:srgbClr val="365794"/>
              </a:solidFill>
              <a:prstDash val="solid"/>
              <a:round/>
            </a:ln>
          </a:top>
          <a:bottom>
            <a:ln w="12700" cap="flat">
              <a:solidFill>
                <a:srgbClr val="365794"/>
              </a:solidFill>
              <a:prstDash val="solid"/>
              <a:round/>
            </a:ln>
          </a:bottom>
          <a:insideH>
            <a:ln w="12700" cap="flat">
              <a:solidFill>
                <a:srgbClr val="365794"/>
              </a:solidFill>
              <a:prstDash val="solid"/>
              <a:round/>
            </a:ln>
          </a:insideH>
          <a:insideV>
            <a:ln w="12700" cap="flat">
              <a:solidFill>
                <a:srgbClr val="365794"/>
              </a:solidFill>
              <a:prstDash val="solid"/>
              <a:round/>
            </a:ln>
          </a:insideV>
        </a:tcBdr>
        <a:fill>
          <a:noFill/>
        </a:fill>
      </a:tcStyle>
    </a:lastRow>
    <a:firstRow>
      <a:tcTxStyle b="on" i="off">
        <a:fontRef idx="major">
          <a:srgbClr val="365794"/>
        </a:fontRef>
        <a:srgbClr val="365794"/>
      </a:tcTxStyle>
      <a:tcStyle>
        <a:tcBdr>
          <a:left>
            <a:ln w="12700" cap="flat">
              <a:solidFill>
                <a:srgbClr val="365794"/>
              </a:solidFill>
              <a:prstDash val="solid"/>
              <a:round/>
            </a:ln>
          </a:left>
          <a:right>
            <a:ln w="12700" cap="flat">
              <a:solidFill>
                <a:srgbClr val="365794"/>
              </a:solidFill>
              <a:prstDash val="solid"/>
              <a:round/>
            </a:ln>
          </a:right>
          <a:top>
            <a:ln w="12700" cap="flat">
              <a:solidFill>
                <a:srgbClr val="365794"/>
              </a:solidFill>
              <a:prstDash val="solid"/>
              <a:round/>
            </a:ln>
          </a:top>
          <a:bottom>
            <a:ln w="25400" cap="flat">
              <a:solidFill>
                <a:srgbClr val="365794"/>
              </a:solidFill>
              <a:prstDash val="solid"/>
              <a:round/>
            </a:ln>
          </a:bottom>
          <a:insideH>
            <a:ln w="12700" cap="flat">
              <a:solidFill>
                <a:srgbClr val="365794"/>
              </a:solidFill>
              <a:prstDash val="solid"/>
              <a:round/>
            </a:ln>
          </a:insideH>
          <a:insideV>
            <a:ln w="12700" cap="flat">
              <a:solidFill>
                <a:srgbClr val="365794"/>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35" name="Shape 335"/>
          <p:cNvSpPr/>
          <p:nvPr>
            <p:ph type="sldImg"/>
          </p:nvPr>
        </p:nvSpPr>
        <p:spPr>
          <a:xfrm>
            <a:off x="1143000" y="685800"/>
            <a:ext cx="4572000" cy="3429000"/>
          </a:xfrm>
          <a:prstGeom prst="rect">
            <a:avLst/>
          </a:prstGeom>
        </p:spPr>
        <p:txBody>
          <a:bodyPr/>
          <a:lstStyle/>
          <a:p>
            <a:pPr/>
          </a:p>
        </p:txBody>
      </p:sp>
      <p:sp>
        <p:nvSpPr>
          <p:cNvPr id="336" name="Shape 3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6" name="Title Text"/>
          <p:cNvSpPr txBox="1"/>
          <p:nvPr>
            <p:ph type="title"/>
          </p:nvPr>
        </p:nvSpPr>
        <p:spPr>
          <a:xfrm>
            <a:off x="2270946" y="13297726"/>
            <a:ext cx="25733329" cy="9173449"/>
          </a:xfrm>
          <a:prstGeom prst="rect">
            <a:avLst/>
          </a:prstGeom>
        </p:spPr>
        <p:txBody>
          <a:bodyPr anchor="ctr"/>
          <a:lstStyle>
            <a:lvl1pPr algn="ctr">
              <a:defRPr cap="none" sz="7200"/>
            </a:lvl1pPr>
          </a:lstStyle>
          <a:p>
            <a:pPr/>
            <a:r>
              <a:t>Title Text</a:t>
            </a:r>
          </a:p>
        </p:txBody>
      </p:sp>
      <p:sp>
        <p:nvSpPr>
          <p:cNvPr id="17" name="Body Level One…"/>
          <p:cNvSpPr txBox="1"/>
          <p:nvPr>
            <p:ph type="body" sz="quarter" idx="1"/>
          </p:nvPr>
        </p:nvSpPr>
        <p:spPr>
          <a:xfrm>
            <a:off x="4541882" y="24254899"/>
            <a:ext cx="21191449" cy="10940187"/>
          </a:xfrm>
          <a:prstGeom prst="rect">
            <a:avLst/>
          </a:prstGeom>
        </p:spPr>
        <p:txBody>
          <a:bodyPr anchor="t"/>
          <a:lstStyle>
            <a:lvl1pPr algn="ctr">
              <a:spcBef>
                <a:spcPts val="500"/>
              </a:spcBef>
              <a:defRPr sz="2400"/>
            </a:lvl1pPr>
            <a:lvl2pPr algn="ctr">
              <a:spcBef>
                <a:spcPts val="500"/>
              </a:spcBef>
              <a:defRPr sz="2400"/>
            </a:lvl2pPr>
            <a:lvl3pPr algn="ctr">
              <a:spcBef>
                <a:spcPts val="500"/>
              </a:spcBef>
              <a:defRPr sz="2400"/>
            </a:lvl3pPr>
            <a:lvl4pPr algn="ctr">
              <a:spcBef>
                <a:spcPts val="500"/>
              </a:spcBef>
              <a:defRPr sz="2400"/>
            </a:lvl4pPr>
            <a:lvl5pPr algn="ctr">
              <a:spcBef>
                <a:spcPts val="500"/>
              </a:spcBef>
              <a:defRPr sz="2400"/>
            </a:lvl5pPr>
          </a:lstStyle>
          <a:p>
            <a:pPr/>
            <a:r>
              <a:t>Body Level One</a:t>
            </a:r>
          </a:p>
          <a:p>
            <a:pPr lvl="1"/>
            <a:r>
              <a:t>Body Level Two</a:t>
            </a:r>
          </a:p>
          <a:p>
            <a:pPr lvl="2"/>
            <a:r>
              <a:t>Body Level Three</a:t>
            </a:r>
          </a:p>
          <a:p>
            <a:pPr lvl="3"/>
            <a:r>
              <a:t>Body Level Four</a:t>
            </a:r>
          </a:p>
          <a:p>
            <a:pPr lvl="4"/>
            <a:r>
              <a:t>Body Level Five</a:t>
            </a:r>
          </a:p>
        </p:txBody>
      </p:sp>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5" name="Title Text"/>
          <p:cNvSpPr txBox="1"/>
          <p:nvPr>
            <p:ph type="title"/>
          </p:nvPr>
        </p:nvSpPr>
        <p:spPr>
          <a:xfrm>
            <a:off x="7537450" y="648495"/>
            <a:ext cx="22044025" cy="3869531"/>
          </a:xfrm>
          <a:prstGeom prst="rect">
            <a:avLst/>
          </a:prstGeom>
        </p:spPr>
        <p:txBody>
          <a:bodyPr anchor="ctr"/>
          <a:lstStyle>
            <a:lvl1pPr algn="ctr">
              <a:defRPr cap="none" sz="7200"/>
            </a:lvl1pPr>
          </a:lstStyle>
          <a:p>
            <a:pPr/>
            <a:r>
              <a:t>Title Text</a:t>
            </a:r>
          </a:p>
        </p:txBody>
      </p:sp>
      <p:sp>
        <p:nvSpPr>
          <p:cNvPr id="26" name="Body Level One…"/>
          <p:cNvSpPr txBox="1"/>
          <p:nvPr>
            <p:ph type="body" sz="half" idx="1"/>
          </p:nvPr>
        </p:nvSpPr>
        <p:spPr>
          <a:xfrm>
            <a:off x="661987" y="6243637"/>
            <a:ext cx="9304338" cy="35631439"/>
          </a:xfrm>
          <a:prstGeom prst="rect">
            <a:avLst/>
          </a:prstGeom>
        </p:spPr>
        <p:txBody>
          <a:bodyPr anchor="t"/>
          <a:lstStyle>
            <a:lvl1pPr marL="280988" indent="-280988">
              <a:spcBef>
                <a:spcPts val="500"/>
              </a:spcBef>
              <a:buSzPct val="100000"/>
              <a:buChar char="•"/>
              <a:defRPr sz="2400"/>
            </a:lvl1pPr>
            <a:lvl2pPr marL="606425" indent="-231775">
              <a:spcBef>
                <a:spcPts val="500"/>
              </a:spcBef>
              <a:buSzPct val="100000"/>
              <a:buChar char="–"/>
              <a:defRPr sz="2400"/>
            </a:lvl2pPr>
            <a:lvl3pPr marL="975995" indent="-226695">
              <a:spcBef>
                <a:spcPts val="500"/>
              </a:spcBef>
              <a:buSzPct val="100000"/>
              <a:buChar char="•"/>
              <a:defRPr sz="2400"/>
            </a:lvl3pPr>
            <a:lvl4pPr marL="1406525" indent="-280987">
              <a:spcBef>
                <a:spcPts val="500"/>
              </a:spcBef>
              <a:buSzPct val="100000"/>
              <a:buChar char="–"/>
              <a:defRPr sz="2400"/>
            </a:lvl4pPr>
            <a:lvl5pPr marL="1781175" indent="-280987">
              <a:spcBef>
                <a:spcPts val="500"/>
              </a:spcBef>
              <a:buSzPct val="100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34" name="Title Text"/>
          <p:cNvSpPr txBox="1"/>
          <p:nvPr>
            <p:ph type="title"/>
          </p:nvPr>
        </p:nvSpPr>
        <p:spPr>
          <a:prstGeom prst="rect">
            <a:avLst/>
          </a:prstGeom>
        </p:spPr>
        <p:txBody>
          <a:bodyPr/>
          <a:lstStyle/>
          <a:p>
            <a:pPr/>
            <a:r>
              <a:t>Title Text</a:t>
            </a:r>
          </a:p>
        </p:txBody>
      </p:sp>
      <p:sp>
        <p:nvSpPr>
          <p:cNvPr id="35"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3" name="Title Text"/>
          <p:cNvSpPr txBox="1"/>
          <p:nvPr>
            <p:ph type="title"/>
          </p:nvPr>
        </p:nvSpPr>
        <p:spPr>
          <a:xfrm>
            <a:off x="7537450" y="648495"/>
            <a:ext cx="22044025" cy="3869531"/>
          </a:xfrm>
          <a:prstGeom prst="rect">
            <a:avLst/>
          </a:prstGeom>
        </p:spPr>
        <p:txBody>
          <a:bodyPr anchor="ctr"/>
          <a:lstStyle>
            <a:lvl1pPr algn="ctr">
              <a:defRPr cap="none" sz="7200"/>
            </a:lvl1pPr>
          </a:lstStyle>
          <a:p>
            <a:pPr/>
            <a:r>
              <a:t>Title Text</a:t>
            </a:r>
          </a:p>
        </p:txBody>
      </p:sp>
      <p:sp>
        <p:nvSpPr>
          <p:cNvPr id="44" name="Body Level One…"/>
          <p:cNvSpPr txBox="1"/>
          <p:nvPr>
            <p:ph type="body" sz="quarter" idx="1"/>
          </p:nvPr>
        </p:nvSpPr>
        <p:spPr>
          <a:xfrm>
            <a:off x="662193" y="6236439"/>
            <a:ext cx="4587277" cy="35631106"/>
          </a:xfrm>
          <a:prstGeom prst="rect">
            <a:avLst/>
          </a:prstGeom>
        </p:spPr>
        <p:txBody>
          <a:bodyPr anchor="t"/>
          <a:lstStyle>
            <a:lvl1pPr marL="280988" indent="-280988">
              <a:spcBef>
                <a:spcPts val="600"/>
              </a:spcBef>
              <a:buSzPct val="100000"/>
              <a:buChar char="•"/>
              <a:defRPr sz="2800"/>
            </a:lvl1pPr>
            <a:lvl2pPr marL="645054" indent="-270404">
              <a:spcBef>
                <a:spcPts val="600"/>
              </a:spcBef>
              <a:buSzPct val="100000"/>
              <a:buChar char="–"/>
              <a:defRPr sz="2800"/>
            </a:lvl2pPr>
            <a:lvl3pPr marL="1013778" indent="-264478">
              <a:spcBef>
                <a:spcPts val="600"/>
              </a:spcBef>
              <a:buSzPct val="100000"/>
              <a:buChar char="•"/>
              <a:defRPr sz="2800"/>
            </a:lvl3pPr>
            <a:lvl4pPr marL="1416932" indent="-291394">
              <a:spcBef>
                <a:spcPts val="600"/>
              </a:spcBef>
              <a:buSzPct val="100000"/>
              <a:buChar char="–"/>
              <a:defRPr sz="2800"/>
            </a:lvl4pPr>
            <a:lvl5pPr marL="1791582" indent="-291394">
              <a:spcBef>
                <a:spcPts val="600"/>
              </a:spcBef>
              <a:buSzPct val="100000"/>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2" name="Title Text"/>
          <p:cNvSpPr txBox="1"/>
          <p:nvPr>
            <p:ph type="title"/>
          </p:nvPr>
        </p:nvSpPr>
        <p:spPr>
          <a:xfrm>
            <a:off x="1513963" y="1713887"/>
            <a:ext cx="27247292" cy="7134905"/>
          </a:xfrm>
          <a:prstGeom prst="rect">
            <a:avLst/>
          </a:prstGeom>
        </p:spPr>
        <p:txBody>
          <a:bodyPr anchor="ctr"/>
          <a:lstStyle>
            <a:lvl1pPr algn="ctr">
              <a:defRPr cap="none" sz="7200"/>
            </a:lvl1pPr>
          </a:lstStyle>
          <a:p>
            <a:pPr/>
            <a:r>
              <a:t>Title Text</a:t>
            </a:r>
          </a:p>
        </p:txBody>
      </p:sp>
      <p:sp>
        <p:nvSpPr>
          <p:cNvPr id="53" name="Body Level One…"/>
          <p:cNvSpPr txBox="1"/>
          <p:nvPr>
            <p:ph type="body" sz="quarter" idx="1"/>
          </p:nvPr>
        </p:nvSpPr>
        <p:spPr>
          <a:xfrm>
            <a:off x="1513960" y="9581157"/>
            <a:ext cx="13375993" cy="3994037"/>
          </a:xfrm>
          <a:prstGeom prst="rect">
            <a:avLst/>
          </a:prstGeom>
        </p:spPr>
        <p:txBody>
          <a:bodyPr/>
          <a:lstStyle>
            <a:lvl1pPr>
              <a:spcBef>
                <a:spcPts val="500"/>
              </a:spcBef>
              <a:defRPr b="1" sz="2400"/>
            </a:lvl1pPr>
            <a:lvl2pPr>
              <a:spcBef>
                <a:spcPts val="500"/>
              </a:spcBef>
              <a:defRPr b="1" sz="2400"/>
            </a:lvl2pPr>
            <a:lvl3pPr>
              <a:spcBef>
                <a:spcPts val="500"/>
              </a:spcBef>
              <a:defRPr b="1" sz="2400"/>
            </a:lvl3pPr>
            <a:lvl4pPr>
              <a:spcBef>
                <a:spcPts val="500"/>
              </a:spcBef>
              <a:defRPr b="1" sz="2400"/>
            </a:lvl4pPr>
            <a:lvl5pPr>
              <a:spcBef>
                <a:spcPts val="500"/>
              </a:spcBef>
              <a:defRPr b="1" sz="2400"/>
            </a:lvl5pPr>
          </a:lstStyle>
          <a:p>
            <a:pPr/>
            <a:r>
              <a:t>Body Level One</a:t>
            </a:r>
          </a:p>
          <a:p>
            <a:pPr lvl="1"/>
            <a:r>
              <a:t>Body Level Two</a:t>
            </a:r>
          </a:p>
          <a:p>
            <a:pPr lvl="2"/>
            <a:r>
              <a:t>Body Level Three</a:t>
            </a:r>
          </a:p>
          <a:p>
            <a:pPr lvl="3"/>
            <a:r>
              <a:t>Body Level Four</a:t>
            </a:r>
          </a:p>
          <a:p>
            <a:pPr lvl="4"/>
            <a:r>
              <a:t>Body Level Five</a:t>
            </a:r>
          </a:p>
        </p:txBody>
      </p:sp>
      <p:sp>
        <p:nvSpPr>
          <p:cNvPr id="54" name="Text Placeholder 4"/>
          <p:cNvSpPr/>
          <p:nvPr>
            <p:ph type="body" sz="quarter" idx="21"/>
          </p:nvPr>
        </p:nvSpPr>
        <p:spPr>
          <a:xfrm>
            <a:off x="15379921" y="9581157"/>
            <a:ext cx="13381333" cy="3994037"/>
          </a:xfrm>
          <a:prstGeom prst="rect">
            <a:avLst/>
          </a:prstGeom>
        </p:spPr>
        <p:txBody>
          <a:bodyPr/>
          <a:lstStyle/>
          <a:p>
            <a:pPr>
              <a:spcBef>
                <a:spcPts val="500"/>
              </a:spcBef>
              <a:defRPr b="1" sz="2400"/>
            </a:pPr>
          </a:p>
        </p:txBody>
      </p:sp>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sp>
        <p:nvSpPr>
          <p:cNvPr id="62" name="Rectangle 36"/>
          <p:cNvSpPr/>
          <p:nvPr/>
        </p:nvSpPr>
        <p:spPr>
          <a:xfrm>
            <a:off x="-1" y="0"/>
            <a:ext cx="30275214" cy="5291138"/>
          </a:xfrm>
          <a:prstGeom prst="rect">
            <a:avLst/>
          </a:prstGeom>
          <a:solidFill>
            <a:srgbClr val="005B5E"/>
          </a:solidFill>
          <a:ln w="12700">
            <a:miter lim="400000"/>
          </a:ln>
        </p:spPr>
        <p:txBody>
          <a:bodyPr lIns="45719" rIns="45719" anchor="ctr"/>
          <a:lstStyle/>
          <a:p>
            <a:pPr>
              <a:defRPr>
                <a:latin typeface="Arial Narrow"/>
                <a:ea typeface="Arial Narrow"/>
                <a:cs typeface="Arial Narrow"/>
                <a:sym typeface="Arial Narrow"/>
              </a:defRPr>
            </a:pPr>
          </a:p>
        </p:txBody>
      </p:sp>
      <p:sp>
        <p:nvSpPr>
          <p:cNvPr id="63" name="Rectangle 33"/>
          <p:cNvSpPr/>
          <p:nvPr/>
        </p:nvSpPr>
        <p:spPr>
          <a:xfrm>
            <a:off x="644525" y="6242050"/>
            <a:ext cx="9321800" cy="35625088"/>
          </a:xfrm>
          <a:prstGeom prst="rect">
            <a:avLst/>
          </a:prstGeom>
          <a:solidFill>
            <a:srgbClr val="F4F1E9"/>
          </a:solidFill>
          <a:ln>
            <a:solidFill>
              <a:srgbClr val="365794"/>
            </a:solidFill>
            <a:miter/>
          </a:ln>
        </p:spPr>
        <p:txBody>
          <a:bodyPr lIns="45719" rIns="45719" anchor="ctr"/>
          <a:lstStyle/>
          <a:p>
            <a:pPr>
              <a:defRPr>
                <a:latin typeface="Arial Narrow"/>
                <a:ea typeface="Arial Narrow"/>
                <a:cs typeface="Arial Narrow"/>
                <a:sym typeface="Arial Narrow"/>
              </a:defRPr>
            </a:pPr>
          </a:p>
        </p:txBody>
      </p:sp>
      <p:sp>
        <p:nvSpPr>
          <p:cNvPr id="64" name="Rectangle 40"/>
          <p:cNvSpPr/>
          <p:nvPr/>
        </p:nvSpPr>
        <p:spPr>
          <a:xfrm>
            <a:off x="20259675" y="6242050"/>
            <a:ext cx="9321800" cy="35625088"/>
          </a:xfrm>
          <a:prstGeom prst="rect">
            <a:avLst/>
          </a:prstGeom>
          <a:solidFill>
            <a:srgbClr val="F4F1E9"/>
          </a:solidFill>
          <a:ln w="12700">
            <a:solidFill>
              <a:srgbClr val="365794"/>
            </a:solidFill>
            <a:miter/>
          </a:ln>
        </p:spPr>
        <p:txBody>
          <a:bodyPr lIns="45719" rIns="45719" anchor="ctr"/>
          <a:lstStyle/>
          <a:p>
            <a:pPr>
              <a:defRPr>
                <a:latin typeface="Arial Narrow"/>
                <a:ea typeface="Arial Narrow"/>
                <a:cs typeface="Arial Narrow"/>
                <a:sym typeface="Arial Narrow"/>
              </a:defRPr>
            </a:pPr>
          </a:p>
        </p:txBody>
      </p:sp>
      <p:sp>
        <p:nvSpPr>
          <p:cNvPr id="65" name="Rectangle 41"/>
          <p:cNvSpPr/>
          <p:nvPr/>
        </p:nvSpPr>
        <p:spPr>
          <a:xfrm>
            <a:off x="10452099" y="6242050"/>
            <a:ext cx="9320215" cy="35625088"/>
          </a:xfrm>
          <a:prstGeom prst="rect">
            <a:avLst/>
          </a:prstGeom>
          <a:solidFill>
            <a:srgbClr val="F4F1E9"/>
          </a:solidFill>
          <a:ln w="12700">
            <a:solidFill>
              <a:srgbClr val="365794"/>
            </a:solidFill>
            <a:miter/>
          </a:ln>
        </p:spPr>
        <p:txBody>
          <a:bodyPr lIns="45719" rIns="45719" anchor="ctr"/>
          <a:lstStyle/>
          <a:p>
            <a:pPr>
              <a:defRPr>
                <a:latin typeface="Arial Narrow"/>
                <a:ea typeface="Arial Narrow"/>
                <a:cs typeface="Arial Narrow"/>
                <a:sym typeface="Arial Narrow"/>
              </a:defRPr>
            </a:pPr>
          </a:p>
        </p:txBody>
      </p:sp>
      <p:pic>
        <p:nvPicPr>
          <p:cNvPr id="66" name="Picture 4" descr="Picture 4"/>
          <p:cNvPicPr>
            <a:picLocks noChangeAspect="1"/>
          </p:cNvPicPr>
          <p:nvPr/>
        </p:nvPicPr>
        <p:blipFill>
          <a:blip r:embed="rId2">
            <a:extLst/>
          </a:blip>
          <a:stretch>
            <a:fillRect/>
          </a:stretch>
        </p:blipFill>
        <p:spPr>
          <a:xfrm>
            <a:off x="163027" y="724693"/>
            <a:ext cx="7211398" cy="3869532"/>
          </a:xfrm>
          <a:prstGeom prst="rect">
            <a:avLst/>
          </a:prstGeom>
          <a:ln w="12700">
            <a:miter lim="400000"/>
          </a:ln>
        </p:spPr>
      </p:pic>
      <p:sp>
        <p:nvSpPr>
          <p:cNvPr id="67" name="Title Text"/>
          <p:cNvSpPr txBox="1"/>
          <p:nvPr>
            <p:ph type="title"/>
          </p:nvPr>
        </p:nvSpPr>
        <p:spPr>
          <a:xfrm>
            <a:off x="7537450" y="648495"/>
            <a:ext cx="22044025" cy="3869531"/>
          </a:xfrm>
          <a:prstGeom prst="rect">
            <a:avLst/>
          </a:prstGeom>
        </p:spPr>
        <p:txBody>
          <a:bodyPr anchor="ctr"/>
          <a:lstStyle>
            <a:lvl1pPr algn="ctr">
              <a:defRPr cap="none" sz="7200"/>
            </a:lvl1pPr>
          </a:lstStyle>
          <a:p>
            <a:pPr/>
            <a:r>
              <a:t>Title Text</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82" name="Title Text"/>
          <p:cNvSpPr txBox="1"/>
          <p:nvPr>
            <p:ph type="title"/>
          </p:nvPr>
        </p:nvSpPr>
        <p:spPr>
          <a:xfrm>
            <a:off x="1513960" y="1704450"/>
            <a:ext cx="9959567" cy="7251932"/>
          </a:xfrm>
          <a:prstGeom prst="rect">
            <a:avLst/>
          </a:prstGeom>
        </p:spPr>
        <p:txBody>
          <a:bodyPr anchor="b"/>
          <a:lstStyle>
            <a:lvl1pPr>
              <a:defRPr cap="none" sz="2000"/>
            </a:lvl1pPr>
          </a:lstStyle>
          <a:p>
            <a:pPr/>
            <a:r>
              <a:t>Title Text</a:t>
            </a:r>
          </a:p>
        </p:txBody>
      </p:sp>
      <p:sp>
        <p:nvSpPr>
          <p:cNvPr id="83" name="Body Level One…"/>
          <p:cNvSpPr txBox="1"/>
          <p:nvPr>
            <p:ph type="body" idx="1"/>
          </p:nvPr>
        </p:nvSpPr>
        <p:spPr>
          <a:xfrm>
            <a:off x="11836664" y="1704451"/>
            <a:ext cx="16924589" cy="36531467"/>
          </a:xfrm>
          <a:prstGeom prst="rect">
            <a:avLst/>
          </a:prstGeom>
        </p:spPr>
        <p:txBody>
          <a:bodyPr anchor="t"/>
          <a:lstStyle>
            <a:lvl1pPr marL="280988" indent="-280988">
              <a:spcBef>
                <a:spcPts val="700"/>
              </a:spcBef>
              <a:buSzPct val="100000"/>
              <a:buChar char="•"/>
              <a:defRPr sz="3200"/>
            </a:lvl1pPr>
            <a:lvl2pPr marL="639535" indent="-264885">
              <a:spcBef>
                <a:spcPts val="700"/>
              </a:spcBef>
              <a:buSzPct val="100000"/>
              <a:buChar char="–"/>
              <a:defRPr sz="3200"/>
            </a:lvl2pPr>
            <a:lvl3pPr marL="1001183" indent="-251883">
              <a:spcBef>
                <a:spcPts val="700"/>
              </a:spcBef>
              <a:buSzPct val="100000"/>
              <a:buChar char="•"/>
              <a:defRPr sz="3200"/>
            </a:lvl3pPr>
            <a:lvl4pPr marL="1425257" indent="-299719">
              <a:spcBef>
                <a:spcPts val="700"/>
              </a:spcBef>
              <a:buSzPct val="100000"/>
              <a:buChar char="–"/>
              <a:defRPr sz="3200"/>
            </a:lvl4pPr>
            <a:lvl5pPr marL="1799908" indent="-299720">
              <a:spcBef>
                <a:spcPts val="700"/>
              </a:spcBef>
              <a:buSzPct val="100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84" name="Text Placeholder 3"/>
          <p:cNvSpPr/>
          <p:nvPr>
            <p:ph type="body" sz="half" idx="21"/>
          </p:nvPr>
        </p:nvSpPr>
        <p:spPr>
          <a:xfrm>
            <a:off x="1513960" y="8956382"/>
            <a:ext cx="9959568" cy="29279535"/>
          </a:xfrm>
          <a:prstGeom prst="rect">
            <a:avLst/>
          </a:prstGeom>
        </p:spPr>
        <p:txBody>
          <a:bodyPr anchor="t"/>
          <a:lstStyle/>
          <a:p>
            <a:pPr>
              <a:spcBef>
                <a:spcPts val="300"/>
              </a:spcBef>
              <a:defRPr sz="1400"/>
            </a:pP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92" name="Title Text"/>
          <p:cNvSpPr txBox="1"/>
          <p:nvPr>
            <p:ph type="title"/>
          </p:nvPr>
        </p:nvSpPr>
        <p:spPr>
          <a:xfrm>
            <a:off x="5934355" y="29962828"/>
            <a:ext cx="18164862" cy="3537252"/>
          </a:xfrm>
          <a:prstGeom prst="rect">
            <a:avLst/>
          </a:prstGeom>
        </p:spPr>
        <p:txBody>
          <a:bodyPr anchor="b"/>
          <a:lstStyle>
            <a:lvl1pPr>
              <a:defRPr cap="none" sz="2000"/>
            </a:lvl1pPr>
          </a:lstStyle>
          <a:p>
            <a:pPr/>
            <a:r>
              <a:t>Title Text</a:t>
            </a:r>
          </a:p>
        </p:txBody>
      </p:sp>
      <p:sp>
        <p:nvSpPr>
          <p:cNvPr id="93" name="Picture Placeholder 2"/>
          <p:cNvSpPr/>
          <p:nvPr>
            <p:ph type="pic" sz="half" idx="21"/>
          </p:nvPr>
        </p:nvSpPr>
        <p:spPr>
          <a:xfrm>
            <a:off x="5934355" y="3824161"/>
            <a:ext cx="18164862" cy="25681881"/>
          </a:xfrm>
          <a:prstGeom prst="rect">
            <a:avLst/>
          </a:prstGeom>
        </p:spPr>
        <p:txBody>
          <a:bodyPr lIns="91439" tIns="45719" rIns="91439" bIns="45719" anchor="t">
            <a:noAutofit/>
          </a:bodyPr>
          <a:lstStyle/>
          <a:p>
            <a:pPr/>
          </a:p>
        </p:txBody>
      </p:sp>
      <p:sp>
        <p:nvSpPr>
          <p:cNvPr id="94" name="Body Level One…"/>
          <p:cNvSpPr txBox="1"/>
          <p:nvPr>
            <p:ph type="body" sz="quarter" idx="1"/>
          </p:nvPr>
        </p:nvSpPr>
        <p:spPr>
          <a:xfrm>
            <a:off x="5934355" y="33500076"/>
            <a:ext cx="18164862" cy="5022748"/>
          </a:xfrm>
          <a:prstGeom prst="rect">
            <a:avLst/>
          </a:prstGeom>
        </p:spPr>
        <p:txBody>
          <a:bodyPr anchor="t"/>
          <a:lstStyle>
            <a:lvl1pPr>
              <a:spcBef>
                <a:spcPts val="300"/>
              </a:spcBef>
              <a:defRPr sz="1400"/>
            </a:lvl1pPr>
            <a:lvl2pPr>
              <a:spcBef>
                <a:spcPts val="300"/>
              </a:spcBef>
              <a:defRPr sz="1400"/>
            </a:lvl2pPr>
            <a:lvl3pPr>
              <a:spcBef>
                <a:spcPts val="300"/>
              </a:spcBef>
              <a:defRPr sz="1400"/>
            </a:lvl3pPr>
            <a:lvl4pPr>
              <a:spcBef>
                <a:spcPts val="300"/>
              </a:spcBef>
              <a:defRPr sz="1400"/>
            </a:lvl4pPr>
            <a:lvl5pPr>
              <a:spcBef>
                <a:spcPts val="300"/>
              </a:spcBef>
              <a:defRPr sz="1400"/>
            </a:lvl5pPr>
          </a:lstStyle>
          <a:p>
            <a:pPr/>
            <a:r>
              <a:t>Body Level One</a:t>
            </a:r>
          </a:p>
          <a:p>
            <a:pPr lvl="1"/>
            <a:r>
              <a:t>Body Level Two</a:t>
            </a:r>
          </a:p>
          <a:p>
            <a:pPr lvl="2"/>
            <a:r>
              <a:t>Body Level Three</a:t>
            </a:r>
          </a:p>
          <a:p>
            <a:pPr lvl="3"/>
            <a:r>
              <a:t>Body Level Four</a:t>
            </a:r>
          </a:p>
          <a:p>
            <a:pPr lvl="4"/>
            <a:r>
              <a:t>Body Level Five</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p:bg>
      <p:bgPr>
        <a:solidFill>
          <a:schemeClr val="accent5"/>
        </a:solidFill>
      </p:bgPr>
    </p:bg>
    <p:spTree>
      <p:nvGrpSpPr>
        <p:cNvPr id="1" name=""/>
        <p:cNvGrpSpPr/>
        <p:nvPr/>
      </p:nvGrpSpPr>
      <p:grpSpPr>
        <a:xfrm>
          <a:off x="0" y="0"/>
          <a:ext cx="0" cy="0"/>
          <a:chOff x="0" y="0"/>
          <a:chExt cx="0" cy="0"/>
        </a:xfrm>
      </p:grpSpPr>
      <p:sp>
        <p:nvSpPr>
          <p:cNvPr id="102"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03"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04"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05"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06"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107" name="Title Text"/>
          <p:cNvSpPr txBox="1"/>
          <p:nvPr>
            <p:ph type="title"/>
          </p:nvPr>
        </p:nvSpPr>
        <p:spPr>
          <a:xfrm>
            <a:off x="2270946" y="13297726"/>
            <a:ext cx="25733329" cy="9173449"/>
          </a:xfrm>
          <a:prstGeom prst="rect">
            <a:avLst/>
          </a:prstGeom>
        </p:spPr>
        <p:txBody>
          <a:bodyPr anchor="ctr"/>
          <a:lstStyle>
            <a:lvl1pPr algn="ctr">
              <a:defRPr cap="none" sz="7100"/>
            </a:lvl1pPr>
          </a:lstStyle>
          <a:p>
            <a:pPr/>
            <a:r>
              <a:t>Title Text</a:t>
            </a:r>
          </a:p>
        </p:txBody>
      </p:sp>
      <p:sp>
        <p:nvSpPr>
          <p:cNvPr id="108" name="Body Level One…"/>
          <p:cNvSpPr txBox="1"/>
          <p:nvPr>
            <p:ph type="body" sz="quarter" idx="1"/>
          </p:nvPr>
        </p:nvSpPr>
        <p:spPr>
          <a:xfrm>
            <a:off x="4541882" y="24254899"/>
            <a:ext cx="21191449" cy="10940187"/>
          </a:xfrm>
          <a:prstGeom prst="rect">
            <a:avLst/>
          </a:prstGeom>
        </p:spPr>
        <p:txBody>
          <a:bodyPr anchor="t"/>
          <a:lstStyle>
            <a:lvl1pPr algn="ctr">
              <a:spcBef>
                <a:spcPts val="500"/>
              </a:spcBef>
              <a:defRPr sz="2400"/>
            </a:lvl1pPr>
            <a:lvl2pPr algn="ctr">
              <a:spcBef>
                <a:spcPts val="500"/>
              </a:spcBef>
              <a:defRPr sz="2400"/>
            </a:lvl2pPr>
            <a:lvl3pPr algn="ctr">
              <a:spcBef>
                <a:spcPts val="500"/>
              </a:spcBef>
              <a:defRPr sz="2400"/>
            </a:lvl3pPr>
            <a:lvl4pPr algn="ctr">
              <a:spcBef>
                <a:spcPts val="500"/>
              </a:spcBef>
              <a:defRPr sz="2400"/>
            </a:lvl4pPr>
            <a:lvl5pPr algn="ctr">
              <a:spcBef>
                <a:spcPts val="500"/>
              </a:spcBef>
              <a:defRPr sz="2400"/>
            </a:lvl5pPr>
          </a:lstStyle>
          <a:p>
            <a:pPr/>
            <a:r>
              <a:t>Body Level One</a:t>
            </a:r>
          </a:p>
          <a:p>
            <a:pPr lvl="1"/>
            <a:r>
              <a:t>Body Level Two</a:t>
            </a:r>
          </a:p>
          <a:p>
            <a:pPr lvl="2"/>
            <a:r>
              <a:t>Body Level Three</a:t>
            </a:r>
          </a:p>
          <a:p>
            <a:pPr lvl="3"/>
            <a:r>
              <a:t>Body Level Four</a:t>
            </a:r>
          </a:p>
          <a:p>
            <a:pPr lvl="4"/>
            <a:r>
              <a:t>Body Level Five</a:t>
            </a:r>
          </a:p>
        </p:txBody>
      </p:sp>
      <p:sp>
        <p:nvSpPr>
          <p:cNvPr id="10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bg>
      <p:bgPr>
        <a:solidFill>
          <a:schemeClr val="accent5"/>
        </a:solidFill>
      </p:bgPr>
    </p:bg>
    <p:spTree>
      <p:nvGrpSpPr>
        <p:cNvPr id="1" name=""/>
        <p:cNvGrpSpPr/>
        <p:nvPr/>
      </p:nvGrpSpPr>
      <p:grpSpPr>
        <a:xfrm>
          <a:off x="0" y="0"/>
          <a:ext cx="0" cy="0"/>
          <a:chOff x="0" y="0"/>
          <a:chExt cx="0" cy="0"/>
        </a:xfrm>
      </p:grpSpPr>
      <p:sp>
        <p:nvSpPr>
          <p:cNvPr id="116"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17"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18"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19"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20"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121" name="Title Text"/>
          <p:cNvSpPr txBox="1"/>
          <p:nvPr>
            <p:ph type="title"/>
          </p:nvPr>
        </p:nvSpPr>
        <p:spPr>
          <a:xfrm>
            <a:off x="661987" y="1655763"/>
            <a:ext cx="28919489" cy="2862262"/>
          </a:xfrm>
          <a:prstGeom prst="rect">
            <a:avLst/>
          </a:prstGeom>
        </p:spPr>
        <p:txBody>
          <a:bodyPr anchor="ctr"/>
          <a:lstStyle>
            <a:lvl1pPr algn="ctr">
              <a:defRPr cap="none" sz="7100"/>
            </a:lvl1pPr>
          </a:lstStyle>
          <a:p>
            <a:pPr/>
            <a:r>
              <a:t>Title Text</a:t>
            </a:r>
          </a:p>
        </p:txBody>
      </p:sp>
      <p:sp>
        <p:nvSpPr>
          <p:cNvPr id="122" name="Body Level One…"/>
          <p:cNvSpPr txBox="1"/>
          <p:nvPr>
            <p:ph type="body" sz="quarter" idx="1"/>
          </p:nvPr>
        </p:nvSpPr>
        <p:spPr>
          <a:xfrm>
            <a:off x="646112" y="6264275"/>
            <a:ext cx="6880226" cy="35625088"/>
          </a:xfrm>
          <a:prstGeom prst="rect">
            <a:avLst/>
          </a:prstGeom>
        </p:spPr>
        <p:txBody>
          <a:bodyPr anchor="t"/>
          <a:lstStyle>
            <a:lvl1pPr marL="280988" indent="-280988">
              <a:spcBef>
                <a:spcPts val="500"/>
              </a:spcBef>
              <a:buSzPct val="100000"/>
              <a:buChar char="•"/>
              <a:defRPr sz="2400"/>
            </a:lvl1pPr>
            <a:lvl2pPr marL="606425" indent="-231775">
              <a:spcBef>
                <a:spcPts val="500"/>
              </a:spcBef>
              <a:buSzPct val="100000"/>
              <a:buChar char="–"/>
              <a:defRPr sz="2400"/>
            </a:lvl2pPr>
            <a:lvl3pPr marL="975995" indent="-226695">
              <a:spcBef>
                <a:spcPts val="500"/>
              </a:spcBef>
              <a:buSzPct val="100000"/>
              <a:buChar char="•"/>
              <a:defRPr sz="2400"/>
            </a:lvl3pPr>
            <a:lvl4pPr marL="1406525" indent="-280987">
              <a:spcBef>
                <a:spcPts val="500"/>
              </a:spcBef>
              <a:buSzPct val="100000"/>
              <a:buChar char="–"/>
              <a:defRPr sz="2400"/>
            </a:lvl4pPr>
            <a:lvl5pPr marL="1781175" indent="-280987">
              <a:spcBef>
                <a:spcPts val="500"/>
              </a:spcBef>
              <a:buSzPct val="100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1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bg>
      <p:bgPr>
        <a:solidFill>
          <a:schemeClr val="accent5"/>
        </a:solidFill>
      </p:bgPr>
    </p:bg>
    <p:spTree>
      <p:nvGrpSpPr>
        <p:cNvPr id="1" name=""/>
        <p:cNvGrpSpPr/>
        <p:nvPr/>
      </p:nvGrpSpPr>
      <p:grpSpPr>
        <a:xfrm>
          <a:off x="0" y="0"/>
          <a:ext cx="0" cy="0"/>
          <a:chOff x="0" y="0"/>
          <a:chExt cx="0" cy="0"/>
        </a:xfrm>
      </p:grpSpPr>
      <p:sp>
        <p:nvSpPr>
          <p:cNvPr id="130"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31"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32"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33"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34"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135" name="Title Text"/>
          <p:cNvSpPr txBox="1"/>
          <p:nvPr>
            <p:ph type="title"/>
          </p:nvPr>
        </p:nvSpPr>
        <p:spPr>
          <a:prstGeom prst="rect">
            <a:avLst/>
          </a:prstGeom>
        </p:spPr>
        <p:txBody>
          <a:bodyPr/>
          <a:lstStyle/>
          <a:p>
            <a:pPr/>
            <a:r>
              <a:t>Title Text</a:t>
            </a:r>
          </a:p>
        </p:txBody>
      </p:sp>
      <p:sp>
        <p:nvSpPr>
          <p:cNvPr id="136"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bg>
      <p:bgPr>
        <a:solidFill>
          <a:schemeClr val="accent5"/>
        </a:solidFill>
      </p:bgPr>
    </p:bg>
    <p:spTree>
      <p:nvGrpSpPr>
        <p:cNvPr id="1" name=""/>
        <p:cNvGrpSpPr/>
        <p:nvPr/>
      </p:nvGrpSpPr>
      <p:grpSpPr>
        <a:xfrm>
          <a:off x="0" y="0"/>
          <a:ext cx="0" cy="0"/>
          <a:chOff x="0" y="0"/>
          <a:chExt cx="0" cy="0"/>
        </a:xfrm>
      </p:grpSpPr>
      <p:sp>
        <p:nvSpPr>
          <p:cNvPr id="144"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45"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46"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47"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48"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149" name="Title Text"/>
          <p:cNvSpPr txBox="1"/>
          <p:nvPr>
            <p:ph type="title"/>
          </p:nvPr>
        </p:nvSpPr>
        <p:spPr>
          <a:xfrm>
            <a:off x="661987" y="1655763"/>
            <a:ext cx="28919489" cy="2862262"/>
          </a:xfrm>
          <a:prstGeom prst="rect">
            <a:avLst/>
          </a:prstGeom>
        </p:spPr>
        <p:txBody>
          <a:bodyPr anchor="ctr"/>
          <a:lstStyle>
            <a:lvl1pPr algn="ctr">
              <a:defRPr cap="none" sz="7100"/>
            </a:lvl1pPr>
          </a:lstStyle>
          <a:p>
            <a:pPr/>
            <a:r>
              <a:t>Title Text</a:t>
            </a:r>
          </a:p>
        </p:txBody>
      </p:sp>
      <p:sp>
        <p:nvSpPr>
          <p:cNvPr id="150" name="Body Level One…"/>
          <p:cNvSpPr txBox="1"/>
          <p:nvPr>
            <p:ph type="body" sz="quarter" idx="1"/>
          </p:nvPr>
        </p:nvSpPr>
        <p:spPr>
          <a:xfrm>
            <a:off x="646170" y="6247762"/>
            <a:ext cx="3375039" cy="35625445"/>
          </a:xfrm>
          <a:prstGeom prst="rect">
            <a:avLst/>
          </a:prstGeom>
        </p:spPr>
        <p:txBody>
          <a:bodyPr anchor="t"/>
          <a:lstStyle>
            <a:lvl1pPr marL="280988" indent="-280988">
              <a:spcBef>
                <a:spcPts val="600"/>
              </a:spcBef>
              <a:buSzPct val="100000"/>
              <a:buChar char="•"/>
              <a:defRPr sz="2800"/>
            </a:lvl1pPr>
            <a:lvl2pPr marL="645054" indent="-270404">
              <a:spcBef>
                <a:spcPts val="600"/>
              </a:spcBef>
              <a:buSzPct val="100000"/>
              <a:buChar char="–"/>
              <a:defRPr sz="2800"/>
            </a:lvl2pPr>
            <a:lvl3pPr marL="1013778" indent="-264478">
              <a:spcBef>
                <a:spcPts val="600"/>
              </a:spcBef>
              <a:buSzPct val="100000"/>
              <a:buChar char="•"/>
              <a:defRPr sz="2800"/>
            </a:lvl3pPr>
            <a:lvl4pPr marL="1416932" indent="-291394">
              <a:spcBef>
                <a:spcPts val="600"/>
              </a:spcBef>
              <a:buSzPct val="100000"/>
              <a:buChar char="–"/>
              <a:defRPr sz="2800"/>
            </a:lvl4pPr>
            <a:lvl5pPr marL="1791582" indent="-291394">
              <a:spcBef>
                <a:spcPts val="600"/>
              </a:spcBef>
              <a:buSzPct val="100000"/>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mparison">
    <p:bg>
      <p:bgPr>
        <a:solidFill>
          <a:schemeClr val="accent5"/>
        </a:solidFill>
      </p:bgPr>
    </p:bg>
    <p:spTree>
      <p:nvGrpSpPr>
        <p:cNvPr id="1" name=""/>
        <p:cNvGrpSpPr/>
        <p:nvPr/>
      </p:nvGrpSpPr>
      <p:grpSpPr>
        <a:xfrm>
          <a:off x="0" y="0"/>
          <a:ext cx="0" cy="0"/>
          <a:chOff x="0" y="0"/>
          <a:chExt cx="0" cy="0"/>
        </a:xfrm>
      </p:grpSpPr>
      <p:sp>
        <p:nvSpPr>
          <p:cNvPr id="158"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59"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60"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61"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62"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163" name="Title Text"/>
          <p:cNvSpPr txBox="1"/>
          <p:nvPr>
            <p:ph type="title"/>
          </p:nvPr>
        </p:nvSpPr>
        <p:spPr>
          <a:xfrm>
            <a:off x="1513963" y="1713887"/>
            <a:ext cx="27247292" cy="7134905"/>
          </a:xfrm>
          <a:prstGeom prst="rect">
            <a:avLst/>
          </a:prstGeom>
        </p:spPr>
        <p:txBody>
          <a:bodyPr anchor="ctr"/>
          <a:lstStyle>
            <a:lvl1pPr algn="ctr">
              <a:defRPr cap="none" sz="7100"/>
            </a:lvl1pPr>
          </a:lstStyle>
          <a:p>
            <a:pPr/>
            <a:r>
              <a:t>Title Text</a:t>
            </a:r>
          </a:p>
        </p:txBody>
      </p:sp>
      <p:sp>
        <p:nvSpPr>
          <p:cNvPr id="164" name="Body Level One…"/>
          <p:cNvSpPr txBox="1"/>
          <p:nvPr>
            <p:ph type="body" sz="quarter" idx="1"/>
          </p:nvPr>
        </p:nvSpPr>
        <p:spPr>
          <a:xfrm>
            <a:off x="1513960" y="9581157"/>
            <a:ext cx="13375993" cy="3994037"/>
          </a:xfrm>
          <a:prstGeom prst="rect">
            <a:avLst/>
          </a:prstGeom>
        </p:spPr>
        <p:txBody>
          <a:bodyPr/>
          <a:lstStyle>
            <a:lvl1pPr>
              <a:spcBef>
                <a:spcPts val="500"/>
              </a:spcBef>
              <a:defRPr b="1" sz="2400"/>
            </a:lvl1pPr>
            <a:lvl2pPr>
              <a:spcBef>
                <a:spcPts val="500"/>
              </a:spcBef>
              <a:defRPr b="1" sz="2400"/>
            </a:lvl2pPr>
            <a:lvl3pPr>
              <a:spcBef>
                <a:spcPts val="500"/>
              </a:spcBef>
              <a:defRPr b="1" sz="2400"/>
            </a:lvl3pPr>
            <a:lvl4pPr>
              <a:spcBef>
                <a:spcPts val="500"/>
              </a:spcBef>
              <a:defRPr b="1" sz="2400"/>
            </a:lvl4pPr>
            <a:lvl5pPr>
              <a:spcBef>
                <a:spcPts val="500"/>
              </a:spcBef>
              <a:defRPr b="1" sz="2400"/>
            </a:lvl5pPr>
          </a:lstStyle>
          <a:p>
            <a:pPr/>
            <a:r>
              <a:t>Body Level One</a:t>
            </a:r>
          </a:p>
          <a:p>
            <a:pPr lvl="1"/>
            <a:r>
              <a:t>Body Level Two</a:t>
            </a:r>
          </a:p>
          <a:p>
            <a:pPr lvl="2"/>
            <a:r>
              <a:t>Body Level Three</a:t>
            </a:r>
          </a:p>
          <a:p>
            <a:pPr lvl="3"/>
            <a:r>
              <a:t>Body Level Four</a:t>
            </a:r>
          </a:p>
          <a:p>
            <a:pPr lvl="4"/>
            <a:r>
              <a:t>Body Level Five</a:t>
            </a:r>
          </a:p>
        </p:txBody>
      </p:sp>
      <p:sp>
        <p:nvSpPr>
          <p:cNvPr id="165" name="Text Placeholder 4"/>
          <p:cNvSpPr/>
          <p:nvPr>
            <p:ph type="body" sz="quarter" idx="21"/>
          </p:nvPr>
        </p:nvSpPr>
        <p:spPr>
          <a:xfrm>
            <a:off x="15379921" y="9581157"/>
            <a:ext cx="13381333" cy="3994037"/>
          </a:xfrm>
          <a:prstGeom prst="rect">
            <a:avLst/>
          </a:prstGeom>
        </p:spPr>
        <p:txBody>
          <a:bodyPr/>
          <a:lstStyle/>
          <a:p>
            <a:pPr>
              <a:spcBef>
                <a:spcPts val="500"/>
              </a:spcBef>
              <a:defRPr b="1" sz="2400"/>
            </a:pPr>
          </a:p>
        </p:txBody>
      </p:sp>
      <p:sp>
        <p:nvSpPr>
          <p:cNvPr id="1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bg>
      <p:bgPr>
        <a:solidFill>
          <a:schemeClr val="accent5"/>
        </a:solidFill>
      </p:bgPr>
    </p:bg>
    <p:spTree>
      <p:nvGrpSpPr>
        <p:cNvPr id="1" name=""/>
        <p:cNvGrpSpPr/>
        <p:nvPr/>
      </p:nvGrpSpPr>
      <p:grpSpPr>
        <a:xfrm>
          <a:off x="0" y="0"/>
          <a:ext cx="0" cy="0"/>
          <a:chOff x="0" y="0"/>
          <a:chExt cx="0" cy="0"/>
        </a:xfrm>
      </p:grpSpPr>
      <p:sp>
        <p:nvSpPr>
          <p:cNvPr id="173"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74"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75"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76"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77"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178" name="Title Text"/>
          <p:cNvSpPr txBox="1"/>
          <p:nvPr>
            <p:ph type="title"/>
          </p:nvPr>
        </p:nvSpPr>
        <p:spPr>
          <a:xfrm>
            <a:off x="661987" y="1655763"/>
            <a:ext cx="28919489" cy="2862262"/>
          </a:xfrm>
          <a:prstGeom prst="rect">
            <a:avLst/>
          </a:prstGeom>
        </p:spPr>
        <p:txBody>
          <a:bodyPr anchor="ctr"/>
          <a:lstStyle>
            <a:lvl1pPr algn="ctr">
              <a:defRPr cap="none" sz="7100"/>
            </a:lvl1pPr>
          </a:lstStyle>
          <a:p>
            <a:pPr/>
            <a:r>
              <a:t>Title Text</a:t>
            </a:r>
          </a:p>
        </p:txBody>
      </p:sp>
      <p:sp>
        <p:nvSpPr>
          <p:cNvPr id="1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bg>
      <p:bgPr>
        <a:solidFill>
          <a:schemeClr val="accent5"/>
        </a:solidFill>
      </p:bgPr>
    </p:bg>
    <p:spTree>
      <p:nvGrpSpPr>
        <p:cNvPr id="1" name=""/>
        <p:cNvGrpSpPr/>
        <p:nvPr/>
      </p:nvGrpSpPr>
      <p:grpSpPr>
        <a:xfrm>
          <a:off x="0" y="0"/>
          <a:ext cx="0" cy="0"/>
          <a:chOff x="0" y="0"/>
          <a:chExt cx="0" cy="0"/>
        </a:xfrm>
      </p:grpSpPr>
      <p:sp>
        <p:nvSpPr>
          <p:cNvPr id="186"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87"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88"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89"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190"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1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bg>
      <p:bgPr>
        <a:solidFill>
          <a:schemeClr val="accent5"/>
        </a:solidFill>
      </p:bgPr>
    </p:bg>
    <p:spTree>
      <p:nvGrpSpPr>
        <p:cNvPr id="1" name=""/>
        <p:cNvGrpSpPr/>
        <p:nvPr/>
      </p:nvGrpSpPr>
      <p:grpSpPr>
        <a:xfrm>
          <a:off x="0" y="0"/>
          <a:ext cx="0" cy="0"/>
          <a:chOff x="0" y="0"/>
          <a:chExt cx="0" cy="0"/>
        </a:xfrm>
      </p:grpSpPr>
      <p:sp>
        <p:nvSpPr>
          <p:cNvPr id="198"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199"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00"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01"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02"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03" name="Title Text"/>
          <p:cNvSpPr txBox="1"/>
          <p:nvPr>
            <p:ph type="title"/>
          </p:nvPr>
        </p:nvSpPr>
        <p:spPr>
          <a:xfrm>
            <a:off x="1513960" y="1704450"/>
            <a:ext cx="9959567" cy="7251932"/>
          </a:xfrm>
          <a:prstGeom prst="rect">
            <a:avLst/>
          </a:prstGeom>
        </p:spPr>
        <p:txBody>
          <a:bodyPr anchor="b"/>
          <a:lstStyle>
            <a:lvl1pPr>
              <a:defRPr cap="none" sz="2000"/>
            </a:lvl1pPr>
          </a:lstStyle>
          <a:p>
            <a:pPr/>
            <a:r>
              <a:t>Title Text</a:t>
            </a:r>
          </a:p>
        </p:txBody>
      </p:sp>
      <p:sp>
        <p:nvSpPr>
          <p:cNvPr id="204" name="Body Level One…"/>
          <p:cNvSpPr txBox="1"/>
          <p:nvPr>
            <p:ph type="body" idx="1"/>
          </p:nvPr>
        </p:nvSpPr>
        <p:spPr>
          <a:xfrm>
            <a:off x="11836664" y="1704451"/>
            <a:ext cx="16924589" cy="36531467"/>
          </a:xfrm>
          <a:prstGeom prst="rect">
            <a:avLst/>
          </a:prstGeom>
        </p:spPr>
        <p:txBody>
          <a:bodyPr anchor="t"/>
          <a:lstStyle>
            <a:lvl1pPr marL="280988" indent="-280988">
              <a:spcBef>
                <a:spcPts val="700"/>
              </a:spcBef>
              <a:buSzPct val="100000"/>
              <a:buChar char="•"/>
              <a:defRPr sz="3200"/>
            </a:lvl1pPr>
            <a:lvl2pPr marL="639535" indent="-264885">
              <a:spcBef>
                <a:spcPts val="700"/>
              </a:spcBef>
              <a:buSzPct val="100000"/>
              <a:buChar char="–"/>
              <a:defRPr sz="3200"/>
            </a:lvl2pPr>
            <a:lvl3pPr marL="1001183" indent="-251883">
              <a:spcBef>
                <a:spcPts val="700"/>
              </a:spcBef>
              <a:buSzPct val="100000"/>
              <a:buChar char="•"/>
              <a:defRPr sz="3200"/>
            </a:lvl3pPr>
            <a:lvl4pPr marL="1425257" indent="-299719">
              <a:spcBef>
                <a:spcPts val="700"/>
              </a:spcBef>
              <a:buSzPct val="100000"/>
              <a:buChar char="–"/>
              <a:defRPr sz="3200"/>
            </a:lvl4pPr>
            <a:lvl5pPr marL="1799908" indent="-299720">
              <a:spcBef>
                <a:spcPts val="700"/>
              </a:spcBef>
              <a:buSzPct val="100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205" name="Text Placeholder 3"/>
          <p:cNvSpPr/>
          <p:nvPr>
            <p:ph type="body" sz="half" idx="21"/>
          </p:nvPr>
        </p:nvSpPr>
        <p:spPr>
          <a:xfrm>
            <a:off x="1513960" y="8956382"/>
            <a:ext cx="9959568" cy="29279535"/>
          </a:xfrm>
          <a:prstGeom prst="rect">
            <a:avLst/>
          </a:prstGeom>
        </p:spPr>
        <p:txBody>
          <a:bodyPr anchor="t"/>
          <a:lstStyle/>
          <a:p>
            <a:pPr>
              <a:spcBef>
                <a:spcPts val="300"/>
              </a:spcBef>
              <a:defRPr sz="1400"/>
            </a:pPr>
          </a:p>
        </p:txBody>
      </p:sp>
      <p:sp>
        <p:nvSpPr>
          <p:cNvPr id="2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bg>
      <p:bgPr>
        <a:solidFill>
          <a:schemeClr val="accent5"/>
        </a:solidFill>
      </p:bgPr>
    </p:bg>
    <p:spTree>
      <p:nvGrpSpPr>
        <p:cNvPr id="1" name=""/>
        <p:cNvGrpSpPr/>
        <p:nvPr/>
      </p:nvGrpSpPr>
      <p:grpSpPr>
        <a:xfrm>
          <a:off x="0" y="0"/>
          <a:ext cx="0" cy="0"/>
          <a:chOff x="0" y="0"/>
          <a:chExt cx="0" cy="0"/>
        </a:xfrm>
      </p:grpSpPr>
      <p:sp>
        <p:nvSpPr>
          <p:cNvPr id="213"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214" name="Rectangle 3"/>
          <p:cNvSpPr/>
          <p:nvPr/>
        </p:nvSpPr>
        <p:spPr>
          <a:xfrm>
            <a:off x="646112" y="6248400"/>
            <a:ext cx="68802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15" name="Rectangle 9"/>
          <p:cNvSpPr/>
          <p:nvPr/>
        </p:nvSpPr>
        <p:spPr>
          <a:xfrm>
            <a:off x="7926388" y="6248400"/>
            <a:ext cx="14322426"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16" name="Rectangle 11"/>
          <p:cNvSpPr/>
          <p:nvPr/>
        </p:nvSpPr>
        <p:spPr>
          <a:xfrm>
            <a:off x="22696487" y="6248400"/>
            <a:ext cx="6884987"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17" name="Text Box 14"/>
          <p:cNvSpPr txBox="1"/>
          <p:nvPr/>
        </p:nvSpPr>
        <p:spPr>
          <a:xfrm>
            <a:off x="683548" y="42260837"/>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18" name="Title Text"/>
          <p:cNvSpPr txBox="1"/>
          <p:nvPr>
            <p:ph type="title"/>
          </p:nvPr>
        </p:nvSpPr>
        <p:spPr>
          <a:xfrm>
            <a:off x="5934355" y="29962828"/>
            <a:ext cx="18164862" cy="3537252"/>
          </a:xfrm>
          <a:prstGeom prst="rect">
            <a:avLst/>
          </a:prstGeom>
        </p:spPr>
        <p:txBody>
          <a:bodyPr anchor="b"/>
          <a:lstStyle>
            <a:lvl1pPr>
              <a:defRPr cap="none" sz="2000"/>
            </a:lvl1pPr>
          </a:lstStyle>
          <a:p>
            <a:pPr/>
            <a:r>
              <a:t>Title Text</a:t>
            </a:r>
          </a:p>
        </p:txBody>
      </p:sp>
      <p:sp>
        <p:nvSpPr>
          <p:cNvPr id="219" name="Picture Placeholder 2"/>
          <p:cNvSpPr/>
          <p:nvPr>
            <p:ph type="pic" sz="half" idx="21"/>
          </p:nvPr>
        </p:nvSpPr>
        <p:spPr>
          <a:xfrm>
            <a:off x="5934355" y="3824161"/>
            <a:ext cx="18164862" cy="25681881"/>
          </a:xfrm>
          <a:prstGeom prst="rect">
            <a:avLst/>
          </a:prstGeom>
        </p:spPr>
        <p:txBody>
          <a:bodyPr lIns="91439" tIns="45719" rIns="91439" bIns="45719" anchor="t">
            <a:noAutofit/>
          </a:bodyPr>
          <a:lstStyle/>
          <a:p>
            <a:pPr/>
          </a:p>
        </p:txBody>
      </p:sp>
      <p:sp>
        <p:nvSpPr>
          <p:cNvPr id="220" name="Body Level One…"/>
          <p:cNvSpPr txBox="1"/>
          <p:nvPr>
            <p:ph type="body" sz="quarter" idx="1"/>
          </p:nvPr>
        </p:nvSpPr>
        <p:spPr>
          <a:xfrm>
            <a:off x="5934355" y="33500076"/>
            <a:ext cx="18164862" cy="5022748"/>
          </a:xfrm>
          <a:prstGeom prst="rect">
            <a:avLst/>
          </a:prstGeom>
        </p:spPr>
        <p:txBody>
          <a:bodyPr anchor="t"/>
          <a:lstStyle>
            <a:lvl1pPr>
              <a:spcBef>
                <a:spcPts val="300"/>
              </a:spcBef>
              <a:defRPr sz="1400"/>
            </a:lvl1pPr>
            <a:lvl2pPr>
              <a:spcBef>
                <a:spcPts val="300"/>
              </a:spcBef>
              <a:defRPr sz="1400"/>
            </a:lvl2pPr>
            <a:lvl3pPr>
              <a:spcBef>
                <a:spcPts val="300"/>
              </a:spcBef>
              <a:defRPr sz="1400"/>
            </a:lvl3pPr>
            <a:lvl4pPr>
              <a:spcBef>
                <a:spcPts val="300"/>
              </a:spcBef>
              <a:defRPr sz="1400"/>
            </a:lvl4pPr>
            <a:lvl5pPr>
              <a:spcBef>
                <a:spcPts val="300"/>
              </a:spcBef>
              <a:defRPr sz="1400"/>
            </a:lvl5pPr>
          </a:lstStyle>
          <a:p>
            <a:pPr/>
            <a:r>
              <a:t>Body Level One</a:t>
            </a:r>
          </a:p>
          <a:p>
            <a:pPr lvl="1"/>
            <a:r>
              <a:t>Body Level Two</a:t>
            </a:r>
          </a:p>
          <a:p>
            <a:pPr lvl="2"/>
            <a:r>
              <a:t>Body Level Three</a:t>
            </a:r>
          </a:p>
          <a:p>
            <a:pPr lvl="3"/>
            <a:r>
              <a:t>Body Level Four</a:t>
            </a:r>
          </a:p>
          <a:p>
            <a:pPr lvl="4"/>
            <a:r>
              <a:t>Body Level Five</a:t>
            </a:r>
          </a:p>
        </p:txBody>
      </p:sp>
      <p:sp>
        <p:nvSpPr>
          <p:cNvPr id="2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p:bg>
      <p:bgPr>
        <a:solidFill>
          <a:schemeClr val="accent5"/>
        </a:solidFill>
      </p:bgPr>
    </p:bg>
    <p:spTree>
      <p:nvGrpSpPr>
        <p:cNvPr id="1" name=""/>
        <p:cNvGrpSpPr/>
        <p:nvPr/>
      </p:nvGrpSpPr>
      <p:grpSpPr>
        <a:xfrm>
          <a:off x="0" y="0"/>
          <a:ext cx="0" cy="0"/>
          <a:chOff x="0" y="0"/>
          <a:chExt cx="0" cy="0"/>
        </a:xfrm>
      </p:grpSpPr>
      <p:sp>
        <p:nvSpPr>
          <p:cNvPr id="228"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229"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30"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31" name="Title Text"/>
          <p:cNvSpPr txBox="1"/>
          <p:nvPr>
            <p:ph type="title"/>
          </p:nvPr>
        </p:nvSpPr>
        <p:spPr>
          <a:xfrm>
            <a:off x="2270946" y="13297726"/>
            <a:ext cx="25733329" cy="9173449"/>
          </a:xfrm>
          <a:prstGeom prst="rect">
            <a:avLst/>
          </a:prstGeom>
        </p:spPr>
        <p:txBody>
          <a:bodyPr anchor="ctr"/>
          <a:lstStyle>
            <a:lvl1pPr algn="ctr">
              <a:defRPr cap="none" sz="7100"/>
            </a:lvl1pPr>
          </a:lstStyle>
          <a:p>
            <a:pPr/>
            <a:r>
              <a:t>Title Text</a:t>
            </a:r>
          </a:p>
        </p:txBody>
      </p:sp>
      <p:sp>
        <p:nvSpPr>
          <p:cNvPr id="232" name="Body Level One…"/>
          <p:cNvSpPr txBox="1"/>
          <p:nvPr>
            <p:ph type="body" sz="quarter" idx="1"/>
          </p:nvPr>
        </p:nvSpPr>
        <p:spPr>
          <a:xfrm>
            <a:off x="4541882" y="24254899"/>
            <a:ext cx="21191449" cy="10940187"/>
          </a:xfrm>
          <a:prstGeom prst="rect">
            <a:avLst/>
          </a:prstGeom>
        </p:spPr>
        <p:txBody>
          <a:bodyPr anchor="t"/>
          <a:lstStyle>
            <a:lvl1pPr algn="ctr">
              <a:spcBef>
                <a:spcPts val="500"/>
              </a:spcBef>
              <a:defRPr sz="2400"/>
            </a:lvl1pPr>
            <a:lvl2pPr algn="ctr">
              <a:spcBef>
                <a:spcPts val="500"/>
              </a:spcBef>
              <a:defRPr sz="2400"/>
            </a:lvl2pPr>
            <a:lvl3pPr algn="ctr">
              <a:spcBef>
                <a:spcPts val="500"/>
              </a:spcBef>
              <a:defRPr sz="2400"/>
            </a:lvl3pPr>
            <a:lvl4pPr algn="ctr">
              <a:spcBef>
                <a:spcPts val="500"/>
              </a:spcBef>
              <a:defRPr sz="2400"/>
            </a:lvl4pPr>
            <a:lvl5pPr algn="ctr">
              <a:spcBef>
                <a:spcPts val="500"/>
              </a:spcBef>
              <a:defRPr sz="2400"/>
            </a:lvl5pPr>
          </a:lstStyle>
          <a:p>
            <a:pPr/>
            <a:r>
              <a:t>Body Level One</a:t>
            </a:r>
          </a:p>
          <a:p>
            <a:pPr lvl="1"/>
            <a:r>
              <a:t>Body Level Two</a:t>
            </a:r>
          </a:p>
          <a:p>
            <a:pPr lvl="2"/>
            <a:r>
              <a:t>Body Level Three</a:t>
            </a:r>
          </a:p>
          <a:p>
            <a:pPr lvl="3"/>
            <a:r>
              <a:t>Body Level Four</a:t>
            </a:r>
          </a:p>
          <a:p>
            <a:pPr lvl="4"/>
            <a:r>
              <a:t>Body Level Five</a:t>
            </a:r>
          </a:p>
        </p:txBody>
      </p:sp>
      <p:sp>
        <p:nvSpPr>
          <p:cNvPr id="2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bg>
      <p:bgPr>
        <a:solidFill>
          <a:schemeClr val="accent5"/>
        </a:solidFill>
      </p:bgPr>
    </p:bg>
    <p:spTree>
      <p:nvGrpSpPr>
        <p:cNvPr id="1" name=""/>
        <p:cNvGrpSpPr/>
        <p:nvPr/>
      </p:nvGrpSpPr>
      <p:grpSpPr>
        <a:xfrm>
          <a:off x="0" y="0"/>
          <a:ext cx="0" cy="0"/>
          <a:chOff x="0" y="0"/>
          <a:chExt cx="0" cy="0"/>
        </a:xfrm>
      </p:grpSpPr>
      <p:sp>
        <p:nvSpPr>
          <p:cNvPr id="240"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241"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42"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43" name="Title Text"/>
          <p:cNvSpPr txBox="1"/>
          <p:nvPr>
            <p:ph type="title"/>
          </p:nvPr>
        </p:nvSpPr>
        <p:spPr>
          <a:xfrm>
            <a:off x="661987" y="1655763"/>
            <a:ext cx="28919489" cy="2862262"/>
          </a:xfrm>
          <a:prstGeom prst="rect">
            <a:avLst/>
          </a:prstGeom>
        </p:spPr>
        <p:txBody>
          <a:bodyPr anchor="ctr"/>
          <a:lstStyle>
            <a:lvl1pPr algn="ctr">
              <a:defRPr cap="none" sz="7100"/>
            </a:lvl1pPr>
          </a:lstStyle>
          <a:p>
            <a:pPr/>
            <a:r>
              <a:t>Title Text</a:t>
            </a:r>
          </a:p>
        </p:txBody>
      </p:sp>
      <p:sp>
        <p:nvSpPr>
          <p:cNvPr id="244" name="Body Level One…"/>
          <p:cNvSpPr txBox="1"/>
          <p:nvPr>
            <p:ph type="body" idx="1"/>
          </p:nvPr>
        </p:nvSpPr>
        <p:spPr>
          <a:xfrm>
            <a:off x="477837" y="6248400"/>
            <a:ext cx="29103639" cy="35625088"/>
          </a:xfrm>
          <a:prstGeom prst="rect">
            <a:avLst/>
          </a:prstGeom>
        </p:spPr>
        <p:txBody>
          <a:bodyPr anchor="t"/>
          <a:lstStyle>
            <a:lvl1pPr marL="280988" indent="-280988">
              <a:spcBef>
                <a:spcPts val="500"/>
              </a:spcBef>
              <a:buSzPct val="100000"/>
              <a:buChar char="•"/>
              <a:defRPr sz="2400"/>
            </a:lvl1pPr>
            <a:lvl2pPr marL="606425" indent="-231775">
              <a:spcBef>
                <a:spcPts val="500"/>
              </a:spcBef>
              <a:buSzPct val="100000"/>
              <a:buChar char="–"/>
              <a:defRPr sz="2400"/>
            </a:lvl2pPr>
            <a:lvl3pPr marL="975995" indent="-226695">
              <a:spcBef>
                <a:spcPts val="500"/>
              </a:spcBef>
              <a:buSzPct val="100000"/>
              <a:buChar char="•"/>
              <a:defRPr sz="2400"/>
            </a:lvl3pPr>
            <a:lvl4pPr marL="1406525" indent="-280987">
              <a:spcBef>
                <a:spcPts val="500"/>
              </a:spcBef>
              <a:buSzPct val="100000"/>
              <a:buChar char="–"/>
              <a:defRPr sz="2400"/>
            </a:lvl4pPr>
            <a:lvl5pPr marL="1781175" indent="-280987">
              <a:spcBef>
                <a:spcPts val="500"/>
              </a:spcBef>
              <a:buSzPct val="100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2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bg>
      <p:bgPr>
        <a:solidFill>
          <a:schemeClr val="accent5"/>
        </a:solidFill>
      </p:bgPr>
    </p:bg>
    <p:spTree>
      <p:nvGrpSpPr>
        <p:cNvPr id="1" name=""/>
        <p:cNvGrpSpPr/>
        <p:nvPr/>
      </p:nvGrpSpPr>
      <p:grpSpPr>
        <a:xfrm>
          <a:off x="0" y="0"/>
          <a:ext cx="0" cy="0"/>
          <a:chOff x="0" y="0"/>
          <a:chExt cx="0" cy="0"/>
        </a:xfrm>
      </p:grpSpPr>
      <p:sp>
        <p:nvSpPr>
          <p:cNvPr id="252"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253"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54"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55" name="Title Text"/>
          <p:cNvSpPr txBox="1"/>
          <p:nvPr>
            <p:ph type="title"/>
          </p:nvPr>
        </p:nvSpPr>
        <p:spPr>
          <a:prstGeom prst="rect">
            <a:avLst/>
          </a:prstGeom>
        </p:spPr>
        <p:txBody>
          <a:bodyPr/>
          <a:lstStyle/>
          <a:p>
            <a:pPr/>
            <a:r>
              <a:t>Title Text</a:t>
            </a:r>
          </a:p>
        </p:txBody>
      </p:sp>
      <p:sp>
        <p:nvSpPr>
          <p:cNvPr id="256"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bg>
      <p:bgPr>
        <a:solidFill>
          <a:schemeClr val="accent5"/>
        </a:solidFill>
      </p:bgPr>
    </p:bg>
    <p:spTree>
      <p:nvGrpSpPr>
        <p:cNvPr id="1" name=""/>
        <p:cNvGrpSpPr/>
        <p:nvPr/>
      </p:nvGrpSpPr>
      <p:grpSpPr>
        <a:xfrm>
          <a:off x="0" y="0"/>
          <a:ext cx="0" cy="0"/>
          <a:chOff x="0" y="0"/>
          <a:chExt cx="0" cy="0"/>
        </a:xfrm>
      </p:grpSpPr>
      <p:sp>
        <p:nvSpPr>
          <p:cNvPr id="264"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265"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66"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67" name="Title Text"/>
          <p:cNvSpPr txBox="1"/>
          <p:nvPr>
            <p:ph type="title"/>
          </p:nvPr>
        </p:nvSpPr>
        <p:spPr>
          <a:xfrm>
            <a:off x="661987" y="1655763"/>
            <a:ext cx="28919489" cy="2862262"/>
          </a:xfrm>
          <a:prstGeom prst="rect">
            <a:avLst/>
          </a:prstGeom>
        </p:spPr>
        <p:txBody>
          <a:bodyPr anchor="ctr"/>
          <a:lstStyle>
            <a:lvl1pPr algn="ctr">
              <a:defRPr cap="none" sz="7100"/>
            </a:lvl1pPr>
          </a:lstStyle>
          <a:p>
            <a:pPr/>
            <a:r>
              <a:t>Title Text</a:t>
            </a:r>
          </a:p>
        </p:txBody>
      </p:sp>
      <p:sp>
        <p:nvSpPr>
          <p:cNvPr id="268" name="Body Level One…"/>
          <p:cNvSpPr txBox="1"/>
          <p:nvPr>
            <p:ph type="body" sz="half" idx="1"/>
          </p:nvPr>
        </p:nvSpPr>
        <p:spPr>
          <a:xfrm>
            <a:off x="477954" y="6247762"/>
            <a:ext cx="14486764" cy="35625445"/>
          </a:xfrm>
          <a:prstGeom prst="rect">
            <a:avLst/>
          </a:prstGeom>
        </p:spPr>
        <p:txBody>
          <a:bodyPr anchor="t"/>
          <a:lstStyle>
            <a:lvl1pPr marL="280988" indent="-280988">
              <a:spcBef>
                <a:spcPts val="600"/>
              </a:spcBef>
              <a:buSzPct val="100000"/>
              <a:buChar char="•"/>
              <a:defRPr sz="2800"/>
            </a:lvl1pPr>
            <a:lvl2pPr marL="645054" indent="-270404">
              <a:spcBef>
                <a:spcPts val="600"/>
              </a:spcBef>
              <a:buSzPct val="100000"/>
              <a:buChar char="–"/>
              <a:defRPr sz="2800"/>
            </a:lvl2pPr>
            <a:lvl3pPr marL="1013778" indent="-264478">
              <a:spcBef>
                <a:spcPts val="600"/>
              </a:spcBef>
              <a:buSzPct val="100000"/>
              <a:buChar char="•"/>
              <a:defRPr sz="2800"/>
            </a:lvl3pPr>
            <a:lvl4pPr marL="1416932" indent="-291394">
              <a:spcBef>
                <a:spcPts val="600"/>
              </a:spcBef>
              <a:buSzPct val="100000"/>
              <a:buChar char="–"/>
              <a:defRPr sz="2800"/>
            </a:lvl4pPr>
            <a:lvl5pPr marL="1791582" indent="-291394">
              <a:spcBef>
                <a:spcPts val="600"/>
              </a:spcBef>
              <a:buSzPct val="100000"/>
              <a:buChar char="»"/>
              <a:defRPr sz="2800"/>
            </a:lvl5pPr>
          </a:lstStyle>
          <a:p>
            <a:pPr/>
            <a:r>
              <a:t>Body Level One</a:t>
            </a:r>
          </a:p>
          <a:p>
            <a:pPr lvl="1"/>
            <a:r>
              <a:t>Body Level Two</a:t>
            </a:r>
          </a:p>
          <a:p>
            <a:pPr lvl="2"/>
            <a:r>
              <a:t>Body Level Three</a:t>
            </a:r>
          </a:p>
          <a:p>
            <a:pPr lvl="3"/>
            <a:r>
              <a:t>Body Level Four</a:t>
            </a:r>
          </a:p>
          <a:p>
            <a:pPr lvl="4"/>
            <a:r>
              <a:t>Body Level Five</a:t>
            </a:r>
          </a:p>
        </p:txBody>
      </p:sp>
      <p:sp>
        <p:nvSpPr>
          <p:cNvPr id="2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mparison">
    <p:bg>
      <p:bgPr>
        <a:solidFill>
          <a:schemeClr val="accent5"/>
        </a:solidFill>
      </p:bgPr>
    </p:bg>
    <p:spTree>
      <p:nvGrpSpPr>
        <p:cNvPr id="1" name=""/>
        <p:cNvGrpSpPr/>
        <p:nvPr/>
      </p:nvGrpSpPr>
      <p:grpSpPr>
        <a:xfrm>
          <a:off x="0" y="0"/>
          <a:ext cx="0" cy="0"/>
          <a:chOff x="0" y="0"/>
          <a:chExt cx="0" cy="0"/>
        </a:xfrm>
      </p:grpSpPr>
      <p:sp>
        <p:nvSpPr>
          <p:cNvPr id="276"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277"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78"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79" name="Title Text"/>
          <p:cNvSpPr txBox="1"/>
          <p:nvPr>
            <p:ph type="title"/>
          </p:nvPr>
        </p:nvSpPr>
        <p:spPr>
          <a:xfrm>
            <a:off x="1513963" y="1713887"/>
            <a:ext cx="27247292" cy="7134905"/>
          </a:xfrm>
          <a:prstGeom prst="rect">
            <a:avLst/>
          </a:prstGeom>
        </p:spPr>
        <p:txBody>
          <a:bodyPr anchor="ctr"/>
          <a:lstStyle>
            <a:lvl1pPr algn="ctr">
              <a:defRPr cap="none" sz="7100"/>
            </a:lvl1pPr>
          </a:lstStyle>
          <a:p>
            <a:pPr/>
            <a:r>
              <a:t>Title Text</a:t>
            </a:r>
          </a:p>
        </p:txBody>
      </p:sp>
      <p:sp>
        <p:nvSpPr>
          <p:cNvPr id="280" name="Body Level One…"/>
          <p:cNvSpPr txBox="1"/>
          <p:nvPr>
            <p:ph type="body" sz="quarter" idx="1"/>
          </p:nvPr>
        </p:nvSpPr>
        <p:spPr>
          <a:xfrm>
            <a:off x="1513960" y="9581157"/>
            <a:ext cx="13375993" cy="3994037"/>
          </a:xfrm>
          <a:prstGeom prst="rect">
            <a:avLst/>
          </a:prstGeom>
        </p:spPr>
        <p:txBody>
          <a:bodyPr/>
          <a:lstStyle>
            <a:lvl1pPr>
              <a:spcBef>
                <a:spcPts val="500"/>
              </a:spcBef>
              <a:defRPr b="1" sz="2400"/>
            </a:lvl1pPr>
            <a:lvl2pPr>
              <a:spcBef>
                <a:spcPts val="500"/>
              </a:spcBef>
              <a:defRPr b="1" sz="2400"/>
            </a:lvl2pPr>
            <a:lvl3pPr>
              <a:spcBef>
                <a:spcPts val="500"/>
              </a:spcBef>
              <a:defRPr b="1" sz="2400"/>
            </a:lvl3pPr>
            <a:lvl4pPr>
              <a:spcBef>
                <a:spcPts val="500"/>
              </a:spcBef>
              <a:defRPr b="1" sz="2400"/>
            </a:lvl4pPr>
            <a:lvl5pPr>
              <a:spcBef>
                <a:spcPts val="500"/>
              </a:spcBef>
              <a:defRPr b="1" sz="2400"/>
            </a:lvl5pPr>
          </a:lstStyle>
          <a:p>
            <a:pPr/>
            <a:r>
              <a:t>Body Level One</a:t>
            </a:r>
          </a:p>
          <a:p>
            <a:pPr lvl="1"/>
            <a:r>
              <a:t>Body Level Two</a:t>
            </a:r>
          </a:p>
          <a:p>
            <a:pPr lvl="2"/>
            <a:r>
              <a:t>Body Level Three</a:t>
            </a:r>
          </a:p>
          <a:p>
            <a:pPr lvl="3"/>
            <a:r>
              <a:t>Body Level Four</a:t>
            </a:r>
          </a:p>
          <a:p>
            <a:pPr lvl="4"/>
            <a:r>
              <a:t>Body Level Five</a:t>
            </a:r>
          </a:p>
        </p:txBody>
      </p:sp>
      <p:sp>
        <p:nvSpPr>
          <p:cNvPr id="281" name="Text Placeholder 4"/>
          <p:cNvSpPr/>
          <p:nvPr>
            <p:ph type="body" sz="quarter" idx="21"/>
          </p:nvPr>
        </p:nvSpPr>
        <p:spPr>
          <a:xfrm>
            <a:off x="15379921" y="9581157"/>
            <a:ext cx="13381333" cy="3994037"/>
          </a:xfrm>
          <a:prstGeom prst="rect">
            <a:avLst/>
          </a:prstGeom>
        </p:spPr>
        <p:txBody>
          <a:bodyPr/>
          <a:lstStyle/>
          <a:p>
            <a:pPr>
              <a:spcBef>
                <a:spcPts val="500"/>
              </a:spcBef>
              <a:defRPr b="1" sz="2400"/>
            </a:pPr>
          </a:p>
        </p:txBody>
      </p:sp>
      <p:sp>
        <p:nvSpPr>
          <p:cNvPr id="2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bg>
      <p:bgPr>
        <a:solidFill>
          <a:schemeClr val="accent5"/>
        </a:solidFill>
      </p:bgPr>
    </p:bg>
    <p:spTree>
      <p:nvGrpSpPr>
        <p:cNvPr id="1" name=""/>
        <p:cNvGrpSpPr/>
        <p:nvPr/>
      </p:nvGrpSpPr>
      <p:grpSpPr>
        <a:xfrm>
          <a:off x="0" y="0"/>
          <a:ext cx="0" cy="0"/>
          <a:chOff x="0" y="0"/>
          <a:chExt cx="0" cy="0"/>
        </a:xfrm>
      </p:grpSpPr>
      <p:sp>
        <p:nvSpPr>
          <p:cNvPr id="289"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290"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291"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292" name="Title Text"/>
          <p:cNvSpPr txBox="1"/>
          <p:nvPr>
            <p:ph type="title"/>
          </p:nvPr>
        </p:nvSpPr>
        <p:spPr>
          <a:xfrm>
            <a:off x="661987" y="1655763"/>
            <a:ext cx="28919489" cy="2862262"/>
          </a:xfrm>
          <a:prstGeom prst="rect">
            <a:avLst/>
          </a:prstGeom>
        </p:spPr>
        <p:txBody>
          <a:bodyPr anchor="ctr"/>
          <a:lstStyle>
            <a:lvl1pPr algn="ctr">
              <a:defRPr cap="none" sz="7100"/>
            </a:lvl1pPr>
          </a:lstStyle>
          <a:p>
            <a:pPr/>
            <a:r>
              <a:t>Title Text</a:t>
            </a:r>
          </a:p>
        </p:txBody>
      </p:sp>
      <p:sp>
        <p:nvSpPr>
          <p:cNvPr id="2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bg>
      <p:bgPr>
        <a:solidFill>
          <a:schemeClr val="accent5"/>
        </a:solidFill>
      </p:bgPr>
    </p:bg>
    <p:spTree>
      <p:nvGrpSpPr>
        <p:cNvPr id="1" name=""/>
        <p:cNvGrpSpPr/>
        <p:nvPr/>
      </p:nvGrpSpPr>
      <p:grpSpPr>
        <a:xfrm>
          <a:off x="0" y="0"/>
          <a:ext cx="0" cy="0"/>
          <a:chOff x="0" y="0"/>
          <a:chExt cx="0" cy="0"/>
        </a:xfrm>
      </p:grpSpPr>
      <p:sp>
        <p:nvSpPr>
          <p:cNvPr id="300"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301"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302"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3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bg>
      <p:bgPr>
        <a:solidFill>
          <a:schemeClr val="accent5"/>
        </a:solidFill>
      </p:bgPr>
    </p:bg>
    <p:spTree>
      <p:nvGrpSpPr>
        <p:cNvPr id="1" name=""/>
        <p:cNvGrpSpPr/>
        <p:nvPr/>
      </p:nvGrpSpPr>
      <p:grpSpPr>
        <a:xfrm>
          <a:off x="0" y="0"/>
          <a:ext cx="0" cy="0"/>
          <a:chOff x="0" y="0"/>
          <a:chExt cx="0" cy="0"/>
        </a:xfrm>
      </p:grpSpPr>
      <p:sp>
        <p:nvSpPr>
          <p:cNvPr id="310"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311"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312"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313" name="Title Text"/>
          <p:cNvSpPr txBox="1"/>
          <p:nvPr>
            <p:ph type="title"/>
          </p:nvPr>
        </p:nvSpPr>
        <p:spPr>
          <a:xfrm>
            <a:off x="1513960" y="1704450"/>
            <a:ext cx="9959567" cy="7251932"/>
          </a:xfrm>
          <a:prstGeom prst="rect">
            <a:avLst/>
          </a:prstGeom>
        </p:spPr>
        <p:txBody>
          <a:bodyPr anchor="b"/>
          <a:lstStyle>
            <a:lvl1pPr>
              <a:defRPr cap="none" sz="2000"/>
            </a:lvl1pPr>
          </a:lstStyle>
          <a:p>
            <a:pPr/>
            <a:r>
              <a:t>Title Text</a:t>
            </a:r>
          </a:p>
        </p:txBody>
      </p:sp>
      <p:sp>
        <p:nvSpPr>
          <p:cNvPr id="314" name="Body Level One…"/>
          <p:cNvSpPr txBox="1"/>
          <p:nvPr>
            <p:ph type="body" idx="1"/>
          </p:nvPr>
        </p:nvSpPr>
        <p:spPr>
          <a:xfrm>
            <a:off x="11836664" y="1704451"/>
            <a:ext cx="16924589" cy="36531467"/>
          </a:xfrm>
          <a:prstGeom prst="rect">
            <a:avLst/>
          </a:prstGeom>
        </p:spPr>
        <p:txBody>
          <a:bodyPr anchor="t"/>
          <a:lstStyle>
            <a:lvl1pPr marL="280988" indent="-280988">
              <a:spcBef>
                <a:spcPts val="700"/>
              </a:spcBef>
              <a:buSzPct val="100000"/>
              <a:buChar char="•"/>
              <a:defRPr sz="3200"/>
            </a:lvl1pPr>
            <a:lvl2pPr marL="639535" indent="-264885">
              <a:spcBef>
                <a:spcPts val="700"/>
              </a:spcBef>
              <a:buSzPct val="100000"/>
              <a:buChar char="–"/>
              <a:defRPr sz="3200"/>
            </a:lvl2pPr>
            <a:lvl3pPr marL="1001183" indent="-251883">
              <a:spcBef>
                <a:spcPts val="700"/>
              </a:spcBef>
              <a:buSzPct val="100000"/>
              <a:buChar char="•"/>
              <a:defRPr sz="3200"/>
            </a:lvl3pPr>
            <a:lvl4pPr marL="1425257" indent="-299719">
              <a:spcBef>
                <a:spcPts val="700"/>
              </a:spcBef>
              <a:buSzPct val="100000"/>
              <a:buChar char="–"/>
              <a:defRPr sz="3200"/>
            </a:lvl4pPr>
            <a:lvl5pPr marL="1799908" indent="-299720">
              <a:spcBef>
                <a:spcPts val="700"/>
              </a:spcBef>
              <a:buSzPct val="100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315" name="Text Placeholder 3"/>
          <p:cNvSpPr/>
          <p:nvPr>
            <p:ph type="body" sz="half" idx="21"/>
          </p:nvPr>
        </p:nvSpPr>
        <p:spPr>
          <a:xfrm>
            <a:off x="1513960" y="8956382"/>
            <a:ext cx="9959568" cy="29279535"/>
          </a:xfrm>
          <a:prstGeom prst="rect">
            <a:avLst/>
          </a:prstGeom>
        </p:spPr>
        <p:txBody>
          <a:bodyPr anchor="t"/>
          <a:lstStyle/>
          <a:p>
            <a:pPr>
              <a:spcBef>
                <a:spcPts val="300"/>
              </a:spcBef>
              <a:defRPr sz="1400"/>
            </a:pPr>
          </a:p>
        </p:txBody>
      </p:sp>
      <p:sp>
        <p:nvSpPr>
          <p:cNvPr id="31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bg>
      <p:bgPr>
        <a:solidFill>
          <a:schemeClr val="accent5"/>
        </a:solidFill>
      </p:bgPr>
    </p:bg>
    <p:spTree>
      <p:nvGrpSpPr>
        <p:cNvPr id="1" name=""/>
        <p:cNvGrpSpPr/>
        <p:nvPr/>
      </p:nvGrpSpPr>
      <p:grpSpPr>
        <a:xfrm>
          <a:off x="0" y="0"/>
          <a:ext cx="0" cy="0"/>
          <a:chOff x="0" y="0"/>
          <a:chExt cx="0" cy="0"/>
        </a:xfrm>
      </p:grpSpPr>
      <p:sp>
        <p:nvSpPr>
          <p:cNvPr id="323" name="Rectangle 2"/>
          <p:cNvSpPr/>
          <p:nvPr/>
        </p:nvSpPr>
        <p:spPr>
          <a:xfrm>
            <a:off x="-1" y="0"/>
            <a:ext cx="30275214" cy="5473700"/>
          </a:xfrm>
          <a:prstGeom prst="rect">
            <a:avLst/>
          </a:prstGeom>
          <a:solidFill>
            <a:srgbClr val="1BADCF"/>
          </a:solidFill>
          <a:ln w="12700">
            <a:miter lim="400000"/>
          </a:ln>
        </p:spPr>
        <p:txBody>
          <a:bodyPr lIns="45719" rIns="45719" anchor="ctr"/>
          <a:lstStyle/>
          <a:p>
            <a:pPr>
              <a:defRPr>
                <a:solidFill>
                  <a:srgbClr val="1BADCF"/>
                </a:solidFill>
                <a:latin typeface="Arial Narrow"/>
                <a:ea typeface="Arial Narrow"/>
                <a:cs typeface="Arial Narrow"/>
                <a:sym typeface="Arial Narrow"/>
              </a:defRPr>
            </a:pPr>
          </a:p>
        </p:txBody>
      </p:sp>
      <p:sp>
        <p:nvSpPr>
          <p:cNvPr id="324" name="Rectangle 3"/>
          <p:cNvSpPr/>
          <p:nvPr/>
        </p:nvSpPr>
        <p:spPr>
          <a:xfrm>
            <a:off x="477838" y="6248400"/>
            <a:ext cx="29224288" cy="35625088"/>
          </a:xfrm>
          <a:prstGeom prst="rect">
            <a:avLst/>
          </a:prstGeom>
          <a:solidFill>
            <a:srgbClr val="F4F1E9"/>
          </a:solidFill>
          <a:ln>
            <a:solidFill>
              <a:srgbClr val="1BADCF"/>
            </a:solidFill>
            <a:miter/>
          </a:ln>
        </p:spPr>
        <p:txBody>
          <a:bodyPr lIns="45719" rIns="45719" anchor="ctr"/>
          <a:lstStyle/>
          <a:p>
            <a:pPr>
              <a:defRPr>
                <a:solidFill>
                  <a:srgbClr val="1BADCF"/>
                </a:solidFill>
                <a:latin typeface="Arial Narrow"/>
                <a:ea typeface="Arial Narrow"/>
                <a:cs typeface="Arial Narrow"/>
                <a:sym typeface="Arial Narrow"/>
              </a:defRPr>
            </a:pPr>
          </a:p>
        </p:txBody>
      </p:sp>
      <p:sp>
        <p:nvSpPr>
          <p:cNvPr id="325" name="Text Box 14"/>
          <p:cNvSpPr txBox="1"/>
          <p:nvPr/>
        </p:nvSpPr>
        <p:spPr>
          <a:xfrm>
            <a:off x="515273" y="42244962"/>
            <a:ext cx="3233479" cy="185819"/>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defTabSz="749300">
              <a:lnSpc>
                <a:spcPct val="65000"/>
              </a:lnSpc>
              <a:spcBef>
                <a:spcPts val="400"/>
              </a:spcBef>
              <a:defRPr b="1" sz="800">
                <a:solidFill>
                  <a:srgbClr val="1BADCF"/>
                </a:solidFill>
              </a:defRPr>
            </a:lvl1pPr>
          </a:lstStyle>
          <a:p>
            <a:pPr/>
            <a:r>
              <a:t>Poster template by ResearchPosters.co.za</a:t>
            </a:r>
          </a:p>
        </p:txBody>
      </p:sp>
      <p:sp>
        <p:nvSpPr>
          <p:cNvPr id="326" name="Title Text"/>
          <p:cNvSpPr txBox="1"/>
          <p:nvPr>
            <p:ph type="title"/>
          </p:nvPr>
        </p:nvSpPr>
        <p:spPr>
          <a:xfrm>
            <a:off x="5934355" y="29962828"/>
            <a:ext cx="18164862" cy="3537252"/>
          </a:xfrm>
          <a:prstGeom prst="rect">
            <a:avLst/>
          </a:prstGeom>
        </p:spPr>
        <p:txBody>
          <a:bodyPr anchor="b"/>
          <a:lstStyle>
            <a:lvl1pPr>
              <a:defRPr cap="none" sz="2000"/>
            </a:lvl1pPr>
          </a:lstStyle>
          <a:p>
            <a:pPr/>
            <a:r>
              <a:t>Title Text</a:t>
            </a:r>
          </a:p>
        </p:txBody>
      </p:sp>
      <p:sp>
        <p:nvSpPr>
          <p:cNvPr id="327" name="Picture Placeholder 2"/>
          <p:cNvSpPr/>
          <p:nvPr>
            <p:ph type="pic" sz="half" idx="21"/>
          </p:nvPr>
        </p:nvSpPr>
        <p:spPr>
          <a:xfrm>
            <a:off x="5934355" y="3824161"/>
            <a:ext cx="18164862" cy="25681881"/>
          </a:xfrm>
          <a:prstGeom prst="rect">
            <a:avLst/>
          </a:prstGeom>
        </p:spPr>
        <p:txBody>
          <a:bodyPr lIns="91439" tIns="45719" rIns="91439" bIns="45719" anchor="t">
            <a:noAutofit/>
          </a:bodyPr>
          <a:lstStyle/>
          <a:p>
            <a:pPr/>
          </a:p>
        </p:txBody>
      </p:sp>
      <p:sp>
        <p:nvSpPr>
          <p:cNvPr id="328" name="Body Level One…"/>
          <p:cNvSpPr txBox="1"/>
          <p:nvPr>
            <p:ph type="body" sz="quarter" idx="1"/>
          </p:nvPr>
        </p:nvSpPr>
        <p:spPr>
          <a:xfrm>
            <a:off x="5934355" y="33500076"/>
            <a:ext cx="18164862" cy="5022748"/>
          </a:xfrm>
          <a:prstGeom prst="rect">
            <a:avLst/>
          </a:prstGeom>
        </p:spPr>
        <p:txBody>
          <a:bodyPr anchor="t"/>
          <a:lstStyle>
            <a:lvl1pPr>
              <a:spcBef>
                <a:spcPts val="300"/>
              </a:spcBef>
              <a:defRPr sz="1400"/>
            </a:lvl1pPr>
            <a:lvl2pPr>
              <a:spcBef>
                <a:spcPts val="300"/>
              </a:spcBef>
              <a:defRPr sz="1400"/>
            </a:lvl2pPr>
            <a:lvl3pPr>
              <a:spcBef>
                <a:spcPts val="300"/>
              </a:spcBef>
              <a:defRPr sz="1400"/>
            </a:lvl3pPr>
            <a:lvl4pPr>
              <a:spcBef>
                <a:spcPts val="300"/>
              </a:spcBef>
              <a:defRPr sz="1400"/>
            </a:lvl4pPr>
            <a:lvl5pPr>
              <a:spcBef>
                <a:spcPts val="300"/>
              </a:spcBef>
              <a:defRPr sz="1400"/>
            </a:lvl5pPr>
          </a:lstStyle>
          <a:p>
            <a:pPr/>
            <a:r>
              <a:t>Body Level One</a:t>
            </a:r>
          </a:p>
          <a:p>
            <a:pPr lvl="1"/>
            <a:r>
              <a:t>Body Level Two</a:t>
            </a:r>
          </a:p>
          <a:p>
            <a:pPr lvl="2"/>
            <a:r>
              <a:t>Body Level Three</a:t>
            </a:r>
          </a:p>
          <a:p>
            <a:pPr lvl="3"/>
            <a:r>
              <a:t>Body Level Four</a:t>
            </a:r>
          </a:p>
          <a:p>
            <a:pPr lvl="4"/>
            <a:r>
              <a:t>Body Level Five</a:t>
            </a:r>
          </a:p>
        </p:txBody>
      </p:sp>
      <p:sp>
        <p:nvSpPr>
          <p:cNvPr id="3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7BB9CB"/>
        </a:solidFill>
      </p:bgPr>
    </p:bg>
    <p:spTree>
      <p:nvGrpSpPr>
        <p:cNvPr id="1" name=""/>
        <p:cNvGrpSpPr/>
        <p:nvPr/>
      </p:nvGrpSpPr>
      <p:grpSpPr>
        <a:xfrm>
          <a:off x="0" y="0"/>
          <a:ext cx="0" cy="0"/>
          <a:chOff x="0" y="0"/>
          <a:chExt cx="0" cy="0"/>
        </a:xfrm>
      </p:grpSpPr>
      <p:sp>
        <p:nvSpPr>
          <p:cNvPr id="2" name="Rectangle 36"/>
          <p:cNvSpPr/>
          <p:nvPr/>
        </p:nvSpPr>
        <p:spPr>
          <a:xfrm>
            <a:off x="-1" y="0"/>
            <a:ext cx="30275214" cy="5291138"/>
          </a:xfrm>
          <a:prstGeom prst="rect">
            <a:avLst/>
          </a:prstGeom>
          <a:solidFill>
            <a:srgbClr val="005B5E"/>
          </a:solidFill>
          <a:ln w="12700">
            <a:miter lim="400000"/>
          </a:ln>
        </p:spPr>
        <p:txBody>
          <a:bodyPr lIns="45719" rIns="45719" anchor="ctr"/>
          <a:lstStyle/>
          <a:p>
            <a:pPr>
              <a:defRPr>
                <a:latin typeface="Arial Narrow"/>
                <a:ea typeface="Arial Narrow"/>
                <a:cs typeface="Arial Narrow"/>
                <a:sym typeface="Arial Narrow"/>
              </a:defRPr>
            </a:pPr>
          </a:p>
        </p:txBody>
      </p:sp>
      <p:sp>
        <p:nvSpPr>
          <p:cNvPr id="3" name="Rectangle 33"/>
          <p:cNvSpPr/>
          <p:nvPr/>
        </p:nvSpPr>
        <p:spPr>
          <a:xfrm>
            <a:off x="644525" y="6242050"/>
            <a:ext cx="9321800" cy="35625088"/>
          </a:xfrm>
          <a:prstGeom prst="rect">
            <a:avLst/>
          </a:prstGeom>
          <a:solidFill>
            <a:srgbClr val="F4F1E9"/>
          </a:solidFill>
          <a:ln>
            <a:solidFill>
              <a:srgbClr val="365794"/>
            </a:solidFill>
            <a:miter/>
          </a:ln>
        </p:spPr>
        <p:txBody>
          <a:bodyPr lIns="45719" rIns="45719" anchor="ctr"/>
          <a:lstStyle/>
          <a:p>
            <a:pPr>
              <a:defRPr>
                <a:latin typeface="Arial Narrow"/>
                <a:ea typeface="Arial Narrow"/>
                <a:cs typeface="Arial Narrow"/>
                <a:sym typeface="Arial Narrow"/>
              </a:defRPr>
            </a:pPr>
          </a:p>
        </p:txBody>
      </p:sp>
      <p:sp>
        <p:nvSpPr>
          <p:cNvPr id="4" name="Rectangle 40"/>
          <p:cNvSpPr/>
          <p:nvPr/>
        </p:nvSpPr>
        <p:spPr>
          <a:xfrm>
            <a:off x="20259675" y="6242050"/>
            <a:ext cx="9321800" cy="35625088"/>
          </a:xfrm>
          <a:prstGeom prst="rect">
            <a:avLst/>
          </a:prstGeom>
          <a:solidFill>
            <a:srgbClr val="F4F1E9"/>
          </a:solidFill>
          <a:ln w="12700">
            <a:solidFill>
              <a:srgbClr val="365794"/>
            </a:solidFill>
            <a:miter/>
          </a:ln>
        </p:spPr>
        <p:txBody>
          <a:bodyPr lIns="45719" rIns="45719" anchor="ctr"/>
          <a:lstStyle/>
          <a:p>
            <a:pPr>
              <a:defRPr>
                <a:latin typeface="Arial Narrow"/>
                <a:ea typeface="Arial Narrow"/>
                <a:cs typeface="Arial Narrow"/>
                <a:sym typeface="Arial Narrow"/>
              </a:defRPr>
            </a:pPr>
          </a:p>
        </p:txBody>
      </p:sp>
      <p:sp>
        <p:nvSpPr>
          <p:cNvPr id="5" name="Rectangle 41"/>
          <p:cNvSpPr/>
          <p:nvPr/>
        </p:nvSpPr>
        <p:spPr>
          <a:xfrm>
            <a:off x="10452099" y="6242050"/>
            <a:ext cx="9320215" cy="35625088"/>
          </a:xfrm>
          <a:prstGeom prst="rect">
            <a:avLst/>
          </a:prstGeom>
          <a:solidFill>
            <a:srgbClr val="F4F1E9"/>
          </a:solidFill>
          <a:ln w="12700">
            <a:solidFill>
              <a:srgbClr val="365794"/>
            </a:solidFill>
            <a:miter/>
          </a:ln>
        </p:spPr>
        <p:txBody>
          <a:bodyPr lIns="45719" rIns="45719" anchor="ctr"/>
          <a:lstStyle/>
          <a:p>
            <a:pPr>
              <a:defRPr>
                <a:latin typeface="Arial Narrow"/>
                <a:ea typeface="Arial Narrow"/>
                <a:cs typeface="Arial Narrow"/>
                <a:sym typeface="Arial Narrow"/>
              </a:defRPr>
            </a:pPr>
          </a:p>
        </p:txBody>
      </p:sp>
      <p:pic>
        <p:nvPicPr>
          <p:cNvPr id="6" name="Picture 4" descr="Picture 4"/>
          <p:cNvPicPr>
            <a:picLocks noChangeAspect="1"/>
          </p:cNvPicPr>
          <p:nvPr/>
        </p:nvPicPr>
        <p:blipFill>
          <a:blip r:embed="rId2">
            <a:extLst/>
          </a:blip>
          <a:stretch>
            <a:fillRect/>
          </a:stretch>
        </p:blipFill>
        <p:spPr>
          <a:xfrm>
            <a:off x="163027" y="724693"/>
            <a:ext cx="7211398" cy="3869532"/>
          </a:xfrm>
          <a:prstGeom prst="rect">
            <a:avLst/>
          </a:prstGeom>
          <a:ln w="12700">
            <a:miter lim="400000"/>
          </a:ln>
        </p:spPr>
      </p:pic>
      <p:sp>
        <p:nvSpPr>
          <p:cNvPr id="7" name="Title Text"/>
          <p:cNvSpPr txBox="1"/>
          <p:nvPr>
            <p:ph type="title"/>
          </p:nvPr>
        </p:nvSpPr>
        <p:spPr>
          <a:xfrm>
            <a:off x="2391097" y="27505245"/>
            <a:ext cx="25734665" cy="8501485"/>
          </a:xfrm>
          <a:prstGeom prst="rect">
            <a:avLst/>
          </a:prstGeom>
          <a:ln w="12700">
            <a:miter lim="400000"/>
          </a:ln>
          <a:extLst>
            <a:ext uri="{C572A759-6A51-4108-AA02-DFA0A04FC94B}">
              <ma14:wrappingTextBoxFlag xmlns:ma14="http://schemas.microsoft.com/office/mac/drawingml/2011/main" val="1"/>
            </a:ext>
          </a:extLst>
        </p:spPr>
        <p:txBody>
          <a:bodyPr lIns="37420" tIns="37420" rIns="37420" bIns="37420">
            <a:normAutofit fontScale="100000" lnSpcReduction="0"/>
          </a:bodyPr>
          <a:lstStyle/>
          <a:p>
            <a:pPr/>
            <a:r>
              <a:t>Title Text</a:t>
            </a:r>
          </a:p>
        </p:txBody>
      </p:sp>
      <p:sp>
        <p:nvSpPr>
          <p:cNvPr id="8" name="Body Level One…"/>
          <p:cNvSpPr txBox="1"/>
          <p:nvPr>
            <p:ph type="body" idx="1"/>
          </p:nvPr>
        </p:nvSpPr>
        <p:spPr>
          <a:xfrm>
            <a:off x="2391097" y="18141157"/>
            <a:ext cx="25734665" cy="9364091"/>
          </a:xfrm>
          <a:prstGeom prst="rect">
            <a:avLst/>
          </a:prstGeom>
          <a:ln w="12700">
            <a:miter lim="400000"/>
          </a:ln>
          <a:extLst>
            <a:ext uri="{C572A759-6A51-4108-AA02-DFA0A04FC94B}">
              <ma14:wrappingTextBoxFlag xmlns:ma14="http://schemas.microsoft.com/office/mac/drawingml/2011/main" val="1"/>
            </a:ext>
          </a:extLst>
        </p:spPr>
        <p:txBody>
          <a:bodyPr lIns="374345" tIns="374345" rIns="374345" bIns="374345" anchor="b">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9" name="Slide Number"/>
          <p:cNvSpPr txBox="1"/>
          <p:nvPr>
            <p:ph type="sldNum" sz="quarter" idx="2"/>
          </p:nvPr>
        </p:nvSpPr>
        <p:spPr>
          <a:xfrm>
            <a:off x="14627648" y="38529007"/>
            <a:ext cx="7061624" cy="2278651"/>
          </a:xfrm>
          <a:prstGeom prst="rect">
            <a:avLst/>
          </a:prstGeom>
          <a:ln w="12700">
            <a:miter lim="400000"/>
          </a:ln>
        </p:spPr>
        <p:txBody>
          <a:bodyPr wrap="none" lIns="45719" rIns="45719" anchor="ctr">
            <a:spAutoFit/>
          </a:bodyPr>
          <a:lstStyle>
            <a:lvl1pPr algn="r">
              <a:defRPr sz="1200">
                <a:latin typeface="Arial Narrow"/>
                <a:ea typeface="Arial Narrow"/>
                <a:cs typeface="Arial Narrow"/>
                <a:sym typeface="Arial Narrow"/>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Lst>
  <p:transition xmlns:p14="http://schemas.microsoft.com/office/powerpoint/2010/main" spd="med" advClick="1"/>
  <p:txStyles>
    <p:titleStyle>
      <a:lvl1pPr marL="0" marR="0" indent="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1pPr>
      <a:lvl2pPr marL="0" marR="0" indent="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2pPr>
      <a:lvl3pPr marL="0" marR="0" indent="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3pPr>
      <a:lvl4pPr marL="0" marR="0" indent="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4pPr>
      <a:lvl5pPr marL="0" marR="0" indent="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5pPr>
      <a:lvl6pPr marL="0" marR="0" indent="45720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6pPr>
      <a:lvl7pPr marL="0" marR="0" indent="91440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7pPr>
      <a:lvl8pPr marL="0" marR="0" indent="137160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8pPr>
      <a:lvl9pPr marL="0" marR="0" indent="1828800" algn="l" defTabSz="749300" rtl="0" latinLnBrk="0">
        <a:lnSpc>
          <a:spcPct val="100000"/>
        </a:lnSpc>
        <a:spcBef>
          <a:spcPts val="0"/>
        </a:spcBef>
        <a:spcAft>
          <a:spcPts val="0"/>
        </a:spcAft>
        <a:buClrTx/>
        <a:buSzTx/>
        <a:buFontTx/>
        <a:buNone/>
        <a:tabLst/>
        <a:defRPr b="0" baseline="0" cap="all" i="0" spc="0" strike="noStrike" sz="4000" u="none">
          <a:solidFill>
            <a:srgbClr val="FFFFFF"/>
          </a:solidFill>
          <a:uFillTx/>
          <a:latin typeface="Arial Black"/>
          <a:ea typeface="Arial Black"/>
          <a:cs typeface="Arial Black"/>
          <a:sym typeface="Arial Black"/>
        </a:defRPr>
      </a:lvl9pPr>
    </p:titleStyle>
    <p:bodyStyle>
      <a:lvl1pPr marL="0" marR="0" indent="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1pPr>
      <a:lvl2pPr marL="0" marR="0" indent="4572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2pPr>
      <a:lvl3pPr marL="0" marR="0" indent="9144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3pPr>
      <a:lvl4pPr marL="0" marR="0" indent="13716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4pPr>
      <a:lvl5pPr marL="0" marR="0" indent="18288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5pPr>
      <a:lvl6pPr marL="0" marR="0" indent="22860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6pPr>
      <a:lvl7pPr marL="0" marR="0" indent="27432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7pPr>
      <a:lvl8pPr marL="0" marR="0" indent="32004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8pPr>
      <a:lvl9pPr marL="0" marR="0" indent="3657600" algn="l" defTabSz="749300" rtl="0" latinLnBrk="0">
        <a:lnSpc>
          <a:spcPct val="100000"/>
        </a:lnSpc>
        <a:spcBef>
          <a:spcPts val="400"/>
        </a:spcBef>
        <a:spcAft>
          <a:spcPts val="0"/>
        </a:spcAft>
        <a:buClrTx/>
        <a:buSzTx/>
        <a:buFontTx/>
        <a:buNone/>
        <a:tabLst/>
        <a:defRPr b="0" baseline="0" cap="none" i="0" spc="0" strike="noStrike" sz="2000" u="none">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Narrow"/>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EricMurray-e-m-dev/StartupMonkey" TargetMode="Externa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gradFill flip="none" rotWithShape="1">
          <a:gsLst>
            <a:gs pos="0">
              <a:srgbClr val="255A5D"/>
            </a:gs>
            <a:gs pos="11021">
              <a:srgbClr val="4FAA84"/>
            </a:gs>
            <a:gs pos="32543">
              <a:srgbClr val="79FAAC"/>
            </a:gs>
            <a:gs pos="54900">
              <a:srgbClr val="9CF5D4"/>
            </a:gs>
            <a:gs pos="72109">
              <a:srgbClr val="BFF0FC"/>
            </a:gs>
            <a:gs pos="85073">
              <a:srgbClr val="72A5AD"/>
            </a:gs>
            <a:gs pos="100000">
              <a:srgbClr val="255A5D"/>
            </a:gs>
          </a:gsLst>
          <a:lin ang="16200000" scaled="0"/>
        </a:gradFill>
      </p:bgPr>
    </p:bg>
    <p:spTree>
      <p:nvGrpSpPr>
        <p:cNvPr id="1" name=""/>
        <p:cNvGrpSpPr/>
        <p:nvPr/>
      </p:nvGrpSpPr>
      <p:grpSpPr>
        <a:xfrm>
          <a:off x="0" y="0"/>
          <a:ext cx="0" cy="0"/>
          <a:chOff x="0" y="0"/>
          <a:chExt cx="0" cy="0"/>
        </a:xfrm>
      </p:grpSpPr>
      <p:sp>
        <p:nvSpPr>
          <p:cNvPr id="338" name="Rectangle 5"/>
          <p:cNvSpPr txBox="1"/>
          <p:nvPr/>
        </p:nvSpPr>
        <p:spPr>
          <a:xfrm>
            <a:off x="447000" y="304389"/>
            <a:ext cx="29138325" cy="4604392"/>
          </a:xfrm>
          <a:prstGeom prst="rect">
            <a:avLst/>
          </a:prstGeom>
          <a:ln w="12700">
            <a:miter lim="400000"/>
          </a:ln>
          <a:extLst>
            <a:ext uri="{C572A759-6A51-4108-AA02-DFA0A04FC94B}">
              <ma14:wrappingTextBoxFlag xmlns:ma14="http://schemas.microsoft.com/office/mac/drawingml/2011/main" val="1"/>
            </a:ext>
          </a:extLst>
        </p:spPr>
        <p:txBody>
          <a:bodyPr lIns="37412" tIns="37412" rIns="37412" bIns="37412">
            <a:spAutoFit/>
          </a:bodyPr>
          <a:lstStyle/>
          <a:p>
            <a:pPr algn="ctr" defTabSz="749300">
              <a:spcBef>
                <a:spcPts val="3600"/>
              </a:spcBef>
              <a:defRPr sz="6000">
                <a:solidFill>
                  <a:srgbClr val="FFFFFF"/>
                </a:solidFill>
                <a:latin typeface="Arial Black"/>
                <a:ea typeface="Arial Black"/>
                <a:cs typeface="Arial Black"/>
                <a:sym typeface="Arial Black"/>
              </a:defRPr>
            </a:pPr>
            <a:r>
              <a:t>StartupMonkey</a:t>
            </a:r>
            <a:br/>
            <a:r>
              <a:t>Autonomous Database Optimiser</a:t>
            </a:r>
            <a:endParaRPr>
              <a:solidFill>
                <a:srgbClr val="000000"/>
              </a:solidFill>
            </a:endParaRPr>
          </a:p>
          <a:p>
            <a:pPr algn="ctr" defTabSz="749300">
              <a:defRPr b="1" sz="4100">
                <a:solidFill>
                  <a:srgbClr val="FFFFFF"/>
                </a:solidFill>
              </a:defRPr>
            </a:pPr>
          </a:p>
          <a:p>
            <a:pPr algn="ctr" defTabSz="749300">
              <a:defRPr b="1" sz="4100">
                <a:solidFill>
                  <a:srgbClr val="FFFFFF"/>
                </a:solidFill>
              </a:defRPr>
            </a:pPr>
            <a:r>
              <a:t>| Eric Murray - G00423903 |</a:t>
            </a:r>
            <a:br/>
            <a:r>
              <a:t>| BSc Software Development - ATU Galway |</a:t>
            </a:r>
            <a:br/>
            <a:r>
              <a:t>| </a:t>
            </a:r>
            <a:r>
              <a:rPr u="sng">
                <a:solidFill>
                  <a:srgbClr val="6CD3EB"/>
                </a:solidFill>
                <a:uFill>
                  <a:solidFill>
                    <a:srgbClr val="6CD3EB"/>
                  </a:solidFill>
                </a:uFill>
                <a:hlinkClick r:id="rId2" invalidUrl="" action="" tgtFrame="" tooltip="" history="1" highlightClick="0" endSnd="0"/>
              </a:rPr>
              <a:t>https://github.com/EricMurray-e-m-dev/StartupMonkey</a:t>
            </a:r>
            <a:r>
              <a:t> |</a:t>
            </a:r>
          </a:p>
        </p:txBody>
      </p:sp>
      <p:sp>
        <p:nvSpPr>
          <p:cNvPr id="339" name="Text Box 471"/>
          <p:cNvSpPr txBox="1"/>
          <p:nvPr/>
        </p:nvSpPr>
        <p:spPr>
          <a:xfrm>
            <a:off x="646112" y="6248399"/>
            <a:ext cx="9321801"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FFFFF"/>
                </a:solidFill>
                <a:latin typeface="Arial Narrow"/>
                <a:ea typeface="Arial Narrow"/>
                <a:cs typeface="Arial Narrow"/>
                <a:sym typeface="Arial Narrow"/>
              </a:defRPr>
            </a:lvl1pPr>
          </a:lstStyle>
          <a:p>
            <a:pPr/>
            <a:r>
              <a:t>Introduction</a:t>
            </a:r>
          </a:p>
        </p:txBody>
      </p:sp>
      <p:sp>
        <p:nvSpPr>
          <p:cNvPr id="340" name="Text Box 472"/>
          <p:cNvSpPr txBox="1"/>
          <p:nvPr/>
        </p:nvSpPr>
        <p:spPr>
          <a:xfrm>
            <a:off x="650874" y="6910388"/>
            <a:ext cx="9317040" cy="7988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nchor="ctr">
            <a:spAutoFit/>
          </a:bodyPr>
          <a:lstStyle/>
          <a:p>
            <a:pPr defTabSz="3600450">
              <a:defRPr sz="2600">
                <a:solidFill>
                  <a:srgbClr val="000000"/>
                </a:solidFill>
                <a:latin typeface="Arial Narrow"/>
                <a:ea typeface="Arial Narrow"/>
                <a:cs typeface="Arial Narrow"/>
                <a:sym typeface="Arial Narrow"/>
              </a:defRPr>
            </a:pPr>
            <a:r>
              <a:t>The rise of AI-assisted "Vibe Coding" enables developers to ship applications rapidly without deep infrastructure knowledge. Tools like GitHub Copilot and ChatGPT lower the barrier to building production systems, but the operational complexity of running those systems remains. When applications experience traffic growth, database performance degrades silently. Sequential scans replace indexed lookups, connection pools exhaust, and query latency spikes. Solo developers and early-stage startups rarely have the expertise to diagnose these issues before users are affected.</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StartupMonkey addresses this gap. It is an autonomous database performance optimisation system built on the MAPE-K (Monitor, Analyse, Plan, Execute with Knowledge) autonomic computing architecture. The system continuously monitors database metrics, detects performance anomalies using a rules-based detection engine, and applies targeted remediations automatically. It supports PostgreSQL, MySQL, and MongoDB, and deploys as a single Docker Compose stack in under five minutes, requiring zero database administration knowledge from the developer.</a:t>
            </a:r>
          </a:p>
        </p:txBody>
      </p:sp>
      <p:sp>
        <p:nvSpPr>
          <p:cNvPr id="341" name="Text Box 473"/>
          <p:cNvSpPr txBox="1"/>
          <p:nvPr/>
        </p:nvSpPr>
        <p:spPr>
          <a:xfrm>
            <a:off x="646112" y="14628607"/>
            <a:ext cx="9321801"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FFFFF"/>
                </a:solidFill>
                <a:latin typeface="Arial Narrow"/>
                <a:ea typeface="Arial Narrow"/>
                <a:cs typeface="Arial Narrow"/>
                <a:sym typeface="Arial Narrow"/>
              </a:defRPr>
            </a:lvl1pPr>
          </a:lstStyle>
          <a:p>
            <a:pPr/>
            <a:r>
              <a:t>System Architecture</a:t>
            </a:r>
          </a:p>
        </p:txBody>
      </p:sp>
      <p:sp>
        <p:nvSpPr>
          <p:cNvPr id="342" name="Text Box 479"/>
          <p:cNvSpPr txBox="1"/>
          <p:nvPr/>
        </p:nvSpPr>
        <p:spPr>
          <a:xfrm>
            <a:off x="984761" y="28374181"/>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1</a:t>
            </a:r>
          </a:p>
        </p:txBody>
      </p:sp>
      <p:sp>
        <p:nvSpPr>
          <p:cNvPr id="343" name="Text Box 490"/>
          <p:cNvSpPr txBox="1"/>
          <p:nvPr/>
        </p:nvSpPr>
        <p:spPr>
          <a:xfrm>
            <a:off x="647700" y="28785413"/>
            <a:ext cx="9315451"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8F8F8"/>
                </a:solidFill>
                <a:latin typeface="Arial Narrow"/>
                <a:ea typeface="Arial Narrow"/>
                <a:cs typeface="Arial Narrow"/>
                <a:sym typeface="Arial Narrow"/>
              </a:defRPr>
            </a:lvl1pPr>
          </a:lstStyle>
          <a:p>
            <a:pPr/>
            <a:r>
              <a:t>Detection Engine</a:t>
            </a:r>
          </a:p>
        </p:txBody>
      </p:sp>
      <p:sp>
        <p:nvSpPr>
          <p:cNvPr id="344" name="Text Box 491"/>
          <p:cNvSpPr txBox="1"/>
          <p:nvPr/>
        </p:nvSpPr>
        <p:spPr>
          <a:xfrm>
            <a:off x="647700" y="29418312"/>
            <a:ext cx="9315451" cy="3416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lvl1pPr defTabSz="3600450">
              <a:defRPr sz="2600">
                <a:solidFill>
                  <a:srgbClr val="000000"/>
                </a:solidFill>
                <a:latin typeface="Arial Narrow"/>
                <a:ea typeface="Arial Narrow"/>
                <a:cs typeface="Arial Narrow"/>
                <a:sym typeface="Arial Narrow"/>
              </a:defRPr>
            </a:lvl1pPr>
          </a:lstStyle>
          <a:p>
            <a:pPr/>
            <a:r>
              <a:t>The Analyser implements a rules-based detection engine that evaluates incoming metrics against configurable thresholds. When a threshold is breached, the Analyser checks the Knowledge service to prevent duplicate detections before publishing to NATS. Seven detectors are implemented: missing index, cache miss, connection pool exhaustion, high latency, long running query, idle transaction, and table bloat. All detectors operate via a database-agnostic adapter interface.</a:t>
            </a:r>
          </a:p>
        </p:txBody>
      </p:sp>
      <p:sp>
        <p:nvSpPr>
          <p:cNvPr id="345" name="Text Box 495"/>
          <p:cNvSpPr txBox="1"/>
          <p:nvPr/>
        </p:nvSpPr>
        <p:spPr>
          <a:xfrm>
            <a:off x="10453688" y="6248399"/>
            <a:ext cx="9320213"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FFFFF"/>
                </a:solidFill>
                <a:latin typeface="Arial Narrow"/>
                <a:ea typeface="Arial Narrow"/>
                <a:cs typeface="Arial Narrow"/>
                <a:sym typeface="Arial Narrow"/>
              </a:defRPr>
            </a:lvl1pPr>
          </a:lstStyle>
          <a:p>
            <a:pPr/>
            <a:r>
              <a:t>Actions</a:t>
            </a:r>
          </a:p>
        </p:txBody>
      </p:sp>
      <p:sp>
        <p:nvSpPr>
          <p:cNvPr id="346" name="Text Box 496"/>
          <p:cNvSpPr txBox="1"/>
          <p:nvPr/>
        </p:nvSpPr>
        <p:spPr>
          <a:xfrm>
            <a:off x="10453688" y="6910388"/>
            <a:ext cx="9320213" cy="4559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lvl1pPr defTabSz="3600450">
              <a:defRPr sz="2600">
                <a:solidFill>
                  <a:srgbClr val="000000"/>
                </a:solidFill>
                <a:latin typeface="Arial Narrow"/>
                <a:ea typeface="Arial Narrow"/>
                <a:cs typeface="Arial Narrow"/>
                <a:sym typeface="Arial Narrow"/>
              </a:defRPr>
            </a:lvl1pPr>
          </a:lstStyle>
          <a:p>
            <a:pPr/>
            <a:r>
              <a:t>When a detection is published, the Executor service creates and runs the appropriate action using the Command Pattern, which requires every action to implement execute and rollback methods. Index creation uses CREATE INDEX CONCURRENTLY on PostgreSQL to avoid locking the table during execution. Actions are not all fully autonomous by nature. Some issues, such as schema changes or infrastructure reconfiguration, require developer input. To control this, StartupMonkey exposes three execution modes: Autonomous (actions execute immediately), Approval (actions queue for manual confirmation), and Observe (detections only, no changes applied).</a:t>
            </a:r>
          </a:p>
        </p:txBody>
      </p:sp>
      <p:sp>
        <p:nvSpPr>
          <p:cNvPr id="347" name="Text Box 502"/>
          <p:cNvSpPr txBox="1"/>
          <p:nvPr/>
        </p:nvSpPr>
        <p:spPr>
          <a:xfrm>
            <a:off x="10445749" y="24946531"/>
            <a:ext cx="9320213"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FFFFF"/>
                </a:solidFill>
                <a:latin typeface="Arial Narrow"/>
                <a:ea typeface="Arial Narrow"/>
                <a:cs typeface="Arial Narrow"/>
                <a:sym typeface="Arial Narrow"/>
              </a:defRPr>
            </a:lvl1pPr>
          </a:lstStyle>
          <a:p>
            <a:pPr/>
            <a:r>
              <a:t>Dashboard</a:t>
            </a:r>
          </a:p>
        </p:txBody>
      </p:sp>
      <p:sp>
        <p:nvSpPr>
          <p:cNvPr id="348" name="Text Box 503"/>
          <p:cNvSpPr txBox="1"/>
          <p:nvPr/>
        </p:nvSpPr>
        <p:spPr>
          <a:xfrm>
            <a:off x="10445749" y="25529265"/>
            <a:ext cx="9320213" cy="3797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lvl1pPr defTabSz="3600450">
              <a:defRPr sz="2600">
                <a:solidFill>
                  <a:srgbClr val="000000"/>
                </a:solidFill>
                <a:latin typeface="Arial Narrow"/>
                <a:ea typeface="Arial Narrow"/>
                <a:cs typeface="Arial Narrow"/>
                <a:sym typeface="Arial Narrow"/>
              </a:defRPr>
            </a:lvl1pPr>
          </a:lstStyle>
          <a:p>
            <a:pPr/>
            <a:r>
              <a:t>The Next.js dashboard provides real-time visibility into database health, active detections, and action history. On first launch, an onboarding wizard guides the user through registering a database connection and configuring detection thresholds. No database administration knowledge is required. Once connected, the dashboard displays live metrics including connection health, query health, cache hit rate, and storage usage, aggregated into an overall health score. Detections and actions update in real time via NATS subscriptions.</a:t>
            </a:r>
          </a:p>
        </p:txBody>
      </p:sp>
      <p:sp>
        <p:nvSpPr>
          <p:cNvPr id="349" name="Text Box 522"/>
          <p:cNvSpPr txBox="1"/>
          <p:nvPr/>
        </p:nvSpPr>
        <p:spPr>
          <a:xfrm>
            <a:off x="20253324" y="6248399"/>
            <a:ext cx="9320215"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FFFFF"/>
                </a:solidFill>
                <a:latin typeface="Arial Narrow"/>
                <a:ea typeface="Arial Narrow"/>
                <a:cs typeface="Arial Narrow"/>
                <a:sym typeface="Arial Narrow"/>
              </a:defRPr>
            </a:lvl1pPr>
          </a:lstStyle>
          <a:p>
            <a:pPr/>
            <a:r>
              <a:t>Evaluation</a:t>
            </a:r>
          </a:p>
        </p:txBody>
      </p:sp>
      <p:sp>
        <p:nvSpPr>
          <p:cNvPr id="350" name="Text Box 523"/>
          <p:cNvSpPr txBox="1"/>
          <p:nvPr/>
        </p:nvSpPr>
        <p:spPr>
          <a:xfrm>
            <a:off x="20213637" y="6873874"/>
            <a:ext cx="9320213" cy="6845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p>
            <a:pPr defTabSz="3600450">
              <a:defRPr sz="2600">
                <a:solidFill>
                  <a:srgbClr val="000000"/>
                </a:solidFill>
                <a:latin typeface="Arial Narrow"/>
                <a:ea typeface="Arial Narrow"/>
                <a:cs typeface="Arial Narrow"/>
                <a:sym typeface="Arial Narrow"/>
              </a:defRPr>
            </a:pPr>
            <a:r>
              <a:t>System performance was evaluated using a custom lightweight C++ load tester built specifically for this project, targeting a PostgreSQL database with no indexes on a frequently queried column. StartupMonkey autonomously detected the missing index and applied a CREATE INDEX action without manual intervention. The results show a significant improvement across all measured metrics.</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Throughput increased from 3,048 to 5,179 requests per second (+70%). Average latency dropped from 15.9ms to 9.2ms (-42%), and P99 latency reduced from 30ms to 17ms (-43%). Zero failed requests were recorded in both runs.</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Other detection scenarios including connection pool exhaustion and cache miss also demonstrated measurable remediation improvements. Missing index remediation produced the most consistent and reproducible results and was used as the primary evaluation case.</a:t>
            </a:r>
          </a:p>
        </p:txBody>
      </p:sp>
      <p:sp>
        <p:nvSpPr>
          <p:cNvPr id="351" name="Text Box 561"/>
          <p:cNvSpPr txBox="1"/>
          <p:nvPr/>
        </p:nvSpPr>
        <p:spPr>
          <a:xfrm>
            <a:off x="20256499" y="24598472"/>
            <a:ext cx="9320213"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FFFFF"/>
                </a:solidFill>
                <a:latin typeface="Arial Narrow"/>
                <a:ea typeface="Arial Narrow"/>
                <a:cs typeface="Arial Narrow"/>
                <a:sym typeface="Arial Narrow"/>
              </a:defRPr>
            </a:lvl1pPr>
          </a:lstStyle>
          <a:p>
            <a:pPr/>
            <a:r>
              <a:t>Conclusion</a:t>
            </a:r>
          </a:p>
        </p:txBody>
      </p:sp>
      <p:sp>
        <p:nvSpPr>
          <p:cNvPr id="352" name="Text Box 562"/>
          <p:cNvSpPr txBox="1"/>
          <p:nvPr/>
        </p:nvSpPr>
        <p:spPr>
          <a:xfrm>
            <a:off x="20256499" y="35666114"/>
            <a:ext cx="9320213" cy="608243"/>
          </a:xfrm>
          <a:prstGeom prst="rect">
            <a:avLst/>
          </a:prstGeom>
          <a:solidFill>
            <a:srgbClr val="FF791E"/>
          </a:solidFill>
          <a:ln w="12700">
            <a:miter lim="400000"/>
          </a:ln>
          <a:extLst>
            <a:ext uri="{C572A759-6A51-4108-AA02-DFA0A04FC94B}">
              <ma14:wrappingTextBoxFlag xmlns:ma14="http://schemas.microsoft.com/office/mac/drawingml/2011/main" val="1"/>
            </a:ext>
          </a:extLst>
        </p:spPr>
        <p:txBody>
          <a:bodyPr lIns="37420" tIns="37420" rIns="37420" bIns="37420">
            <a:spAutoFit/>
          </a:bodyPr>
          <a:lstStyle>
            <a:lvl1pPr algn="ctr" defTabSz="749300">
              <a:spcBef>
                <a:spcPts val="2100"/>
              </a:spcBef>
              <a:defRPr b="1" sz="3600">
                <a:solidFill>
                  <a:srgbClr val="FFFFFF"/>
                </a:solidFill>
                <a:latin typeface="Arial Narrow"/>
                <a:ea typeface="Arial Narrow"/>
                <a:cs typeface="Arial Narrow"/>
                <a:sym typeface="Arial Narrow"/>
              </a:defRPr>
            </a:lvl1pPr>
          </a:lstStyle>
          <a:p>
            <a:pPr/>
            <a:r>
              <a:t>Acknowledgements</a:t>
            </a:r>
          </a:p>
        </p:txBody>
      </p:sp>
      <p:sp>
        <p:nvSpPr>
          <p:cNvPr id="353" name="Text Box 564"/>
          <p:cNvSpPr txBox="1"/>
          <p:nvPr/>
        </p:nvSpPr>
        <p:spPr>
          <a:xfrm>
            <a:off x="20200362" y="25197301"/>
            <a:ext cx="9272588" cy="10274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p>
            <a:pPr defTabSz="3600450">
              <a:defRPr sz="2600">
                <a:solidFill>
                  <a:srgbClr val="000000"/>
                </a:solidFill>
                <a:latin typeface="Arial Narrow"/>
                <a:ea typeface="Arial Narrow"/>
                <a:cs typeface="Arial Narrow"/>
                <a:sym typeface="Arial Narrow"/>
              </a:defRPr>
            </a:pPr>
            <a:r>
              <a:t>StartupMonkey demonstrates that autonomous database performance optimisation is achievable at a small scale without machine learning or specialist infrastructure knowledge. The system successfully implements the MAPE-K autonomic computing loop across five independent microservices, with full PostgreSQL support and extensible multi-database architecture covering MySQL and MongoDB.</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SOLID principles were applied throughout the codebase, enabling the use of the Adapter, Command, Factory, and Strategy design patterns across every service. This approach allowed additional database support to be introduced without modifying existing logic, validating the extensibility of the design in practice.</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A fundamental limitation of any monitoring and remediation tool is that not all database problems are automatically fixable once a system is in production. StartupMonkey can detect and remediate a defined set of known issues, but deeper problems such as schema design flaws or application-level query patterns remain outside its scope.</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Future work includes deploying the system against live production databases to gather real-world performance data, which could serve as a training set for ML-based anomaly detection. Further development directions include deeper remediation capabilities, broader database support, and releasing the project as open source to encourage community-driven extension.</a:t>
            </a:r>
          </a:p>
        </p:txBody>
      </p:sp>
      <p:sp>
        <p:nvSpPr>
          <p:cNvPr id="354" name="Text Box 565"/>
          <p:cNvSpPr txBox="1"/>
          <p:nvPr/>
        </p:nvSpPr>
        <p:spPr>
          <a:xfrm>
            <a:off x="20200362" y="36468178"/>
            <a:ext cx="9272588" cy="3797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p>
            <a:pPr defTabSz="3600450">
              <a:defRPr sz="2600">
                <a:solidFill>
                  <a:srgbClr val="000000"/>
                </a:solidFill>
                <a:latin typeface="Arial Narrow"/>
                <a:ea typeface="Arial Narrow"/>
                <a:cs typeface="Arial Narrow"/>
                <a:sym typeface="Arial Narrow"/>
              </a:defRPr>
            </a:pPr>
            <a:r>
              <a:t>Supervisor: Dr Douglas Mota Dias, for guidance, support and expertise throughout the project.</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The IBM MAPE-K autonomic computing framework (Kephart &amp; Chess, 2003) provided the architectural foundation for the system design.</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Claude (Anthropic) was used as the AI coding assistant throughout development.</a:t>
            </a:r>
          </a:p>
        </p:txBody>
      </p:sp>
      <p:sp>
        <p:nvSpPr>
          <p:cNvPr id="355" name="Text Box 474"/>
          <p:cNvSpPr txBox="1"/>
          <p:nvPr/>
        </p:nvSpPr>
        <p:spPr>
          <a:xfrm>
            <a:off x="688975" y="15475847"/>
            <a:ext cx="9321801" cy="8750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p>
            <a:pPr defTabSz="3600450">
              <a:defRPr sz="2600">
                <a:solidFill>
                  <a:srgbClr val="000000"/>
                </a:solidFill>
                <a:latin typeface="Arial Narrow"/>
                <a:ea typeface="Arial Narrow"/>
                <a:cs typeface="Arial Narrow"/>
                <a:sym typeface="Arial Narrow"/>
              </a:defRPr>
            </a:pPr>
            <a:r>
              <a:t>StartupMonkey is composed of five microservices, all written in Go, with a Next.js dashboard. Services communicate via gRPC for synchronous calls and NATS pub/sub for asynchronous event-driven messaging. The entire system deploys via Docker Compose.</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Collector: Polls target databases for performance metrics and streams them to the Analyser via gRPC.</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Analyser: Evaluates incoming metrics against configurable thresholds using a rules-based detection engine. Publishes detections to NATS.</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Executor: Subscribes to detections and applies targeted remediations autonomously. Supports execute and rollback via the Command Pattern.</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Knowledge: Centralised configuration and connection registry, persisted in Redis. All services fetch connection details from Knowledge at runtime.</a:t>
            </a:r>
          </a:p>
          <a:p>
            <a:pPr defTabSz="3600450">
              <a:defRPr sz="2600">
                <a:solidFill>
                  <a:srgbClr val="000000"/>
                </a:solidFill>
                <a:latin typeface="Arial Narrow"/>
                <a:ea typeface="Arial Narrow"/>
                <a:cs typeface="Arial Narrow"/>
                <a:sym typeface="Arial Narrow"/>
              </a:defRPr>
            </a:pPr>
          </a:p>
          <a:p>
            <a:pPr defTabSz="3600450">
              <a:defRPr sz="2600">
                <a:solidFill>
                  <a:srgbClr val="000000"/>
                </a:solidFill>
                <a:latin typeface="Arial Narrow"/>
                <a:ea typeface="Arial Narrow"/>
                <a:cs typeface="Arial Narrow"/>
                <a:sym typeface="Arial Narrow"/>
              </a:defRPr>
            </a:pPr>
            <a:r>
              <a:t>Dashboard: Next.js interface for monitoring, manual rollback, database onboarding, and real-time action visibility.</a:t>
            </a:r>
          </a:p>
        </p:txBody>
      </p:sp>
      <p:pic>
        <p:nvPicPr>
          <p:cNvPr id="356" name="service-component-diagram.png" descr="service-component-diagram.png"/>
          <p:cNvPicPr>
            <a:picLocks noChangeAspect="1"/>
          </p:cNvPicPr>
          <p:nvPr/>
        </p:nvPicPr>
        <p:blipFill>
          <a:blip r:embed="rId3">
            <a:extLst/>
          </a:blip>
          <a:stretch>
            <a:fillRect/>
          </a:stretch>
        </p:blipFill>
        <p:spPr>
          <a:xfrm>
            <a:off x="920383" y="24197353"/>
            <a:ext cx="8858986" cy="3943397"/>
          </a:xfrm>
          <a:prstGeom prst="rect">
            <a:avLst/>
          </a:prstGeom>
          <a:ln w="12700">
            <a:miter lim="400000"/>
          </a:ln>
        </p:spPr>
      </p:pic>
      <p:pic>
        <p:nvPicPr>
          <p:cNvPr id="357" name="detection-flow-sequence.png" descr="detection-flow-sequence.png"/>
          <p:cNvPicPr>
            <a:picLocks noChangeAspect="1"/>
          </p:cNvPicPr>
          <p:nvPr/>
        </p:nvPicPr>
        <p:blipFill>
          <a:blip r:embed="rId4">
            <a:extLst/>
          </a:blip>
          <a:stretch>
            <a:fillRect/>
          </a:stretch>
        </p:blipFill>
        <p:spPr>
          <a:xfrm>
            <a:off x="1790028" y="32859960"/>
            <a:ext cx="7030794" cy="7381749"/>
          </a:xfrm>
          <a:prstGeom prst="rect">
            <a:avLst/>
          </a:prstGeom>
          <a:ln w="12700">
            <a:miter lim="400000"/>
          </a:ln>
        </p:spPr>
      </p:pic>
      <p:sp>
        <p:nvSpPr>
          <p:cNvPr id="358" name="Text Box 479"/>
          <p:cNvSpPr txBox="1"/>
          <p:nvPr/>
        </p:nvSpPr>
        <p:spPr>
          <a:xfrm>
            <a:off x="1772161" y="40566181"/>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2</a:t>
            </a:r>
          </a:p>
        </p:txBody>
      </p:sp>
      <p:pic>
        <p:nvPicPr>
          <p:cNvPr id="359" name="dash-exec-mode.png" descr="dash-exec-mode.png"/>
          <p:cNvPicPr>
            <a:picLocks noChangeAspect="1"/>
          </p:cNvPicPr>
          <p:nvPr/>
        </p:nvPicPr>
        <p:blipFill>
          <a:blip r:embed="rId5">
            <a:extLst/>
          </a:blip>
          <a:stretch>
            <a:fillRect/>
          </a:stretch>
        </p:blipFill>
        <p:spPr>
          <a:xfrm>
            <a:off x="11171846" y="11524124"/>
            <a:ext cx="7880721" cy="2823249"/>
          </a:xfrm>
          <a:prstGeom prst="rect">
            <a:avLst/>
          </a:prstGeom>
          <a:ln w="12700">
            <a:miter lim="400000"/>
          </a:ln>
        </p:spPr>
      </p:pic>
      <p:sp>
        <p:nvSpPr>
          <p:cNvPr id="360" name="Text Box 479"/>
          <p:cNvSpPr txBox="1"/>
          <p:nvPr/>
        </p:nvSpPr>
        <p:spPr>
          <a:xfrm>
            <a:off x="11171845" y="14638477"/>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3</a:t>
            </a:r>
          </a:p>
        </p:txBody>
      </p:sp>
      <p:sp>
        <p:nvSpPr>
          <p:cNvPr id="361" name="Text Box 496"/>
          <p:cNvSpPr txBox="1"/>
          <p:nvPr/>
        </p:nvSpPr>
        <p:spPr>
          <a:xfrm>
            <a:off x="10471943" y="15107382"/>
            <a:ext cx="9320214" cy="4559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p>
            <a:pPr defTabSz="3600450">
              <a:defRPr sz="2600">
                <a:solidFill>
                  <a:srgbClr val="000000"/>
                </a:solidFill>
                <a:latin typeface="Arial Narrow"/>
                <a:ea typeface="Arial Narrow"/>
                <a:cs typeface="Arial Narrow"/>
                <a:sym typeface="Arial Narrow"/>
              </a:defRPr>
            </a:pPr>
            <a:r>
              <a:t>Some remediations are not possible to perform completely autonomously. For example, if we want to deploy a connection pooler like PgBouncer, to reuse connections to help performance. While we can deploy the pooler for the user and config it and keep that side of it autonomous. Some developer intervention will be required for some fixes. However StartupMonkey aims and delivers at keeping intervention to a minimum where possible and doing as much heavy lifting as possible for the developer.</a:t>
            </a:r>
            <a:br/>
            <a:br/>
            <a:r>
              <a:t>Below is an example of an fully autonomous action, index creation.</a:t>
            </a:r>
          </a:p>
        </p:txBody>
      </p:sp>
      <p:pic>
        <p:nvPicPr>
          <p:cNvPr id="362" name="dash-actions.png" descr="dash-actions.png"/>
          <p:cNvPicPr>
            <a:picLocks noChangeAspect="1"/>
          </p:cNvPicPr>
          <p:nvPr/>
        </p:nvPicPr>
        <p:blipFill>
          <a:blip r:embed="rId6">
            <a:extLst/>
          </a:blip>
          <a:stretch>
            <a:fillRect/>
          </a:stretch>
        </p:blipFill>
        <p:spPr>
          <a:xfrm>
            <a:off x="10730119" y="19958477"/>
            <a:ext cx="8764175" cy="4289758"/>
          </a:xfrm>
          <a:prstGeom prst="rect">
            <a:avLst/>
          </a:prstGeom>
          <a:ln w="12700">
            <a:miter lim="400000"/>
          </a:ln>
        </p:spPr>
      </p:pic>
      <p:sp>
        <p:nvSpPr>
          <p:cNvPr id="363" name="Text Box 479"/>
          <p:cNvSpPr txBox="1"/>
          <p:nvPr/>
        </p:nvSpPr>
        <p:spPr>
          <a:xfrm>
            <a:off x="10730119" y="24545973"/>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4</a:t>
            </a:r>
          </a:p>
        </p:txBody>
      </p:sp>
      <p:pic>
        <p:nvPicPr>
          <p:cNvPr id="364" name="dash-overview.png" descr="dash-overview.png"/>
          <p:cNvPicPr>
            <a:picLocks noChangeAspect="1"/>
          </p:cNvPicPr>
          <p:nvPr/>
        </p:nvPicPr>
        <p:blipFill>
          <a:blip r:embed="rId7">
            <a:extLst/>
          </a:blip>
          <a:stretch>
            <a:fillRect/>
          </a:stretch>
        </p:blipFill>
        <p:spPr>
          <a:xfrm>
            <a:off x="10756313" y="29393655"/>
            <a:ext cx="8751474" cy="3159276"/>
          </a:xfrm>
          <a:prstGeom prst="rect">
            <a:avLst/>
          </a:prstGeom>
          <a:ln w="12700">
            <a:miter lim="400000"/>
          </a:ln>
        </p:spPr>
      </p:pic>
      <p:sp>
        <p:nvSpPr>
          <p:cNvPr id="365" name="Text Box 479"/>
          <p:cNvSpPr txBox="1"/>
          <p:nvPr/>
        </p:nvSpPr>
        <p:spPr>
          <a:xfrm>
            <a:off x="10730119" y="32926833"/>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5</a:t>
            </a:r>
          </a:p>
        </p:txBody>
      </p:sp>
      <p:pic>
        <p:nvPicPr>
          <p:cNvPr id="366" name="dash-metrics.png" descr="dash-metrics.png"/>
          <p:cNvPicPr>
            <a:picLocks noChangeAspect="1"/>
          </p:cNvPicPr>
          <p:nvPr/>
        </p:nvPicPr>
        <p:blipFill>
          <a:blip r:embed="rId8">
            <a:extLst/>
          </a:blip>
          <a:stretch>
            <a:fillRect/>
          </a:stretch>
        </p:blipFill>
        <p:spPr>
          <a:xfrm>
            <a:off x="10730119" y="33478536"/>
            <a:ext cx="8803863" cy="4820312"/>
          </a:xfrm>
          <a:prstGeom prst="rect">
            <a:avLst/>
          </a:prstGeom>
          <a:ln w="12700">
            <a:miter lim="400000"/>
          </a:ln>
        </p:spPr>
      </p:pic>
      <p:sp>
        <p:nvSpPr>
          <p:cNvPr id="367" name="Text Box 479"/>
          <p:cNvSpPr txBox="1"/>
          <p:nvPr/>
        </p:nvSpPr>
        <p:spPr>
          <a:xfrm>
            <a:off x="10730119" y="38863250"/>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6</a:t>
            </a:r>
          </a:p>
        </p:txBody>
      </p:sp>
      <p:sp>
        <p:nvSpPr>
          <p:cNvPr id="368" name="Text Box 503"/>
          <p:cNvSpPr txBox="1"/>
          <p:nvPr/>
        </p:nvSpPr>
        <p:spPr>
          <a:xfrm>
            <a:off x="10471943" y="39029576"/>
            <a:ext cx="9320214" cy="2273991"/>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lvl1pPr defTabSz="3600450">
              <a:defRPr sz="2600">
                <a:solidFill>
                  <a:srgbClr val="000000"/>
                </a:solidFill>
                <a:latin typeface="Arial Narrow"/>
                <a:ea typeface="Arial Narrow"/>
                <a:cs typeface="Arial Narrow"/>
                <a:sym typeface="Arial Narrow"/>
              </a:defRPr>
            </a:lvl1pPr>
          </a:lstStyle>
          <a:p>
            <a:pPr/>
            <a:r>
              <a:t>The figures show an overview of all information coming through from all Database sources &amp; focused metrics. Just one DB is configured for simplicity, but complete multi-DB observability and remediation is supported.</a:t>
            </a:r>
          </a:p>
        </p:txBody>
      </p:sp>
      <p:pic>
        <p:nvPicPr>
          <p:cNvPr id="369" name="Screenshot 2026-03-29 at 20.23.14.png" descr="Screenshot 2026-03-29 at 20.23.14.png"/>
          <p:cNvPicPr>
            <a:picLocks noChangeAspect="1"/>
          </p:cNvPicPr>
          <p:nvPr/>
        </p:nvPicPr>
        <p:blipFill>
          <a:blip r:embed="rId9">
            <a:extLst/>
          </a:blip>
          <a:stretch>
            <a:fillRect/>
          </a:stretch>
        </p:blipFill>
        <p:spPr>
          <a:xfrm>
            <a:off x="20548311" y="13529332"/>
            <a:ext cx="8744528" cy="3870695"/>
          </a:xfrm>
          <a:prstGeom prst="rect">
            <a:avLst/>
          </a:prstGeom>
          <a:ln w="12700">
            <a:miter lim="400000"/>
          </a:ln>
        </p:spPr>
      </p:pic>
      <p:sp>
        <p:nvSpPr>
          <p:cNvPr id="370" name="Text Box 479"/>
          <p:cNvSpPr txBox="1"/>
          <p:nvPr/>
        </p:nvSpPr>
        <p:spPr>
          <a:xfrm>
            <a:off x="20551187" y="17662573"/>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7</a:t>
            </a:r>
          </a:p>
        </p:txBody>
      </p:sp>
      <p:pic>
        <p:nvPicPr>
          <p:cNvPr id="371" name="dash-detections.png" descr="dash-detections.png"/>
          <p:cNvPicPr>
            <a:picLocks noChangeAspect="1"/>
          </p:cNvPicPr>
          <p:nvPr/>
        </p:nvPicPr>
        <p:blipFill>
          <a:blip r:embed="rId10">
            <a:extLst/>
          </a:blip>
          <a:stretch>
            <a:fillRect/>
          </a:stretch>
        </p:blipFill>
        <p:spPr>
          <a:xfrm>
            <a:off x="20551187" y="18102919"/>
            <a:ext cx="8751473" cy="4751414"/>
          </a:xfrm>
          <a:prstGeom prst="rect">
            <a:avLst/>
          </a:prstGeom>
          <a:ln w="12700">
            <a:miter lim="400000"/>
          </a:ln>
        </p:spPr>
      </p:pic>
      <p:sp>
        <p:nvSpPr>
          <p:cNvPr id="372" name="Text Box 479"/>
          <p:cNvSpPr txBox="1"/>
          <p:nvPr/>
        </p:nvSpPr>
        <p:spPr>
          <a:xfrm>
            <a:off x="20551187" y="23116879"/>
            <a:ext cx="160496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3600450">
              <a:spcBef>
                <a:spcPts val="700"/>
              </a:spcBef>
              <a:defRPr sz="1200">
                <a:solidFill>
                  <a:srgbClr val="1BADCF"/>
                </a:solidFill>
                <a:latin typeface="Arial Narrow"/>
                <a:ea typeface="Arial Narrow"/>
                <a:cs typeface="Arial Narrow"/>
                <a:sym typeface="Arial Narrow"/>
              </a:defRPr>
            </a:lvl1pPr>
          </a:lstStyle>
          <a:p>
            <a:pPr/>
            <a:r>
              <a:t>Figure 8</a:t>
            </a:r>
          </a:p>
        </p:txBody>
      </p:sp>
      <p:sp>
        <p:nvSpPr>
          <p:cNvPr id="373" name="Text Box 503"/>
          <p:cNvSpPr txBox="1"/>
          <p:nvPr/>
        </p:nvSpPr>
        <p:spPr>
          <a:xfrm>
            <a:off x="20266817" y="23298599"/>
            <a:ext cx="9320214" cy="1511990"/>
          </a:xfrm>
          <a:prstGeom prst="rect">
            <a:avLst/>
          </a:prstGeom>
          <a:ln w="12700">
            <a:miter lim="400000"/>
          </a:ln>
          <a:extLst>
            <a:ext uri="{C572A759-6A51-4108-AA02-DFA0A04FC94B}">
              <ma14:wrappingTextBoxFlag xmlns:ma14="http://schemas.microsoft.com/office/mac/drawingml/2011/main" val="1"/>
            </a:ext>
          </a:extLst>
        </p:spPr>
        <p:txBody>
          <a:bodyPr lIns="374994" tIns="374994" rIns="374994" bIns="374994">
            <a:spAutoFit/>
          </a:bodyPr>
          <a:lstStyle>
            <a:lvl1pPr defTabSz="3600450">
              <a:defRPr sz="2600">
                <a:solidFill>
                  <a:srgbClr val="000000"/>
                </a:solidFill>
                <a:latin typeface="Arial Narrow"/>
                <a:ea typeface="Arial Narrow"/>
                <a:cs typeface="Arial Narrow"/>
                <a:sym typeface="Arial Narrow"/>
              </a:defRPr>
            </a:lvl1pPr>
          </a:lstStyle>
          <a:p>
            <a:pPr/>
            <a:r>
              <a:t>This shows the detection triggering action for a sequential scan threshold break</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ustom Design">
  <a:themeElements>
    <a:clrScheme name="Custom Design">
      <a:dk1>
        <a:srgbClr val="7BB9CB"/>
      </a:dk1>
      <a:lt1>
        <a:srgbClr val="365794"/>
      </a:lt1>
      <a:dk2>
        <a:srgbClr val="A7A7A7"/>
      </a:dk2>
      <a:lt2>
        <a:srgbClr val="535353"/>
      </a:lt2>
      <a:accent1>
        <a:srgbClr val="D7D7D7"/>
      </a:accent1>
      <a:accent2>
        <a:srgbClr val="0D5667"/>
      </a:accent2>
      <a:accent3>
        <a:srgbClr val="14819B"/>
      </a:accent3>
      <a:accent4>
        <a:srgbClr val="707070"/>
      </a:accent4>
      <a:accent5>
        <a:srgbClr val="CEF0F8"/>
      </a:accent5>
      <a:accent6>
        <a:srgbClr val="BF9000"/>
      </a:accent6>
      <a:hlink>
        <a:srgbClr val="0000FF"/>
      </a:hlink>
      <a:folHlink>
        <a:srgbClr val="FF00FF"/>
      </a:folHlink>
    </a:clrScheme>
    <a:fontScheme name="Custom Design">
      <a:majorFont>
        <a:latin typeface="Arial"/>
        <a:ea typeface="Arial"/>
        <a:cs typeface="Arial"/>
      </a:majorFont>
      <a:minorFont>
        <a:latin typeface="Helvetica"/>
        <a:ea typeface="Helvetica"/>
        <a:cs typeface="Helvetica"/>
      </a:minorFont>
    </a:fontScheme>
    <a:fmtScheme name="Custom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ustom Design">
  <a:themeElements>
    <a:clrScheme name="Custom Design">
      <a:dk1>
        <a:srgbClr val="000000"/>
      </a:dk1>
      <a:lt1>
        <a:srgbClr val="FFFFFF"/>
      </a:lt1>
      <a:dk2>
        <a:srgbClr val="A7A7A7"/>
      </a:dk2>
      <a:lt2>
        <a:srgbClr val="535353"/>
      </a:lt2>
      <a:accent1>
        <a:srgbClr val="D7D7D7"/>
      </a:accent1>
      <a:accent2>
        <a:srgbClr val="0D5667"/>
      </a:accent2>
      <a:accent3>
        <a:srgbClr val="14819B"/>
      </a:accent3>
      <a:accent4>
        <a:srgbClr val="707070"/>
      </a:accent4>
      <a:accent5>
        <a:srgbClr val="CEF0F8"/>
      </a:accent5>
      <a:accent6>
        <a:srgbClr val="BF9000"/>
      </a:accent6>
      <a:hlink>
        <a:srgbClr val="0000FF"/>
      </a:hlink>
      <a:folHlink>
        <a:srgbClr val="FF00FF"/>
      </a:folHlink>
    </a:clrScheme>
    <a:fontScheme name="Custom Design">
      <a:majorFont>
        <a:latin typeface="Arial"/>
        <a:ea typeface="Arial"/>
        <a:cs typeface="Arial"/>
      </a:majorFont>
      <a:minorFont>
        <a:latin typeface="Helvetica"/>
        <a:ea typeface="Helvetica"/>
        <a:cs typeface="Helvetica"/>
      </a:minorFont>
    </a:fontScheme>
    <a:fmtScheme name="Custom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36579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